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notesSlide+xml" PartName="/ppt/notesSlides/notesSlide6.xml"/>
  <Override ContentType="application/vnd.openxmlformats-officedocument.presentationml.notesSlide+xml" PartName="/ppt/notesSlides/notesSlide12.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12.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y="5143500" cx="9144000"/>
  <p:notesSz cx="6858000" cy="9144000"/>
  <p:embeddedFontLst>
    <p:embeddedFont>
      <p:font typeface="Average"/>
      <p:regular r:id="rId19"/>
    </p:embeddedFont>
    <p:embeddedFont>
      <p:font typeface="Oswald SemiBold"/>
      <p:regular r:id="rId20"/>
      <p:bold r:id="rId21"/>
    </p:embeddedFont>
    <p:embeddedFont>
      <p:font typeface="Oswald"/>
      <p:regular r:id="rId22"/>
      <p:bold r:id="rId23"/>
    </p:embeddedFont>
    <p:embeddedFont>
      <p:font typeface="Tinos"/>
      <p:regular r:id="rId24"/>
      <p:bold r:id="rId25"/>
      <p:italic r:id="rId26"/>
      <p:boldItalic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 name="Tuan Nguyen"/>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OswaldSemiBold-regular.fntdata"/><Relationship Id="rId22" Type="http://schemas.openxmlformats.org/officeDocument/2006/relationships/font" Target="fonts/Oswald-regular.fntdata"/><Relationship Id="rId21" Type="http://schemas.openxmlformats.org/officeDocument/2006/relationships/font" Target="fonts/OswaldSemiBold-bold.fntdata"/><Relationship Id="rId24" Type="http://schemas.openxmlformats.org/officeDocument/2006/relationships/font" Target="fonts/Tinos-regular.fntdata"/><Relationship Id="rId23" Type="http://schemas.openxmlformats.org/officeDocument/2006/relationships/font" Target="fonts/Oswald-bold.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commentAuthors" Target="commentAuthors.xml"/><Relationship Id="rId9" Type="http://schemas.openxmlformats.org/officeDocument/2006/relationships/slide" Target="slides/slide3.xml"/><Relationship Id="rId26" Type="http://schemas.openxmlformats.org/officeDocument/2006/relationships/font" Target="fonts/Tinos-italic.fntdata"/><Relationship Id="rId25" Type="http://schemas.openxmlformats.org/officeDocument/2006/relationships/font" Target="fonts/Tinos-bold.fntdata"/><Relationship Id="rId27" Type="http://schemas.openxmlformats.org/officeDocument/2006/relationships/font" Target="fonts/Tinos-boldItalic.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font" Target="fonts/Average-regular.fntdata"/><Relationship Id="rId18" Type="http://schemas.openxmlformats.org/officeDocument/2006/relationships/slide" Target="slides/slide1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5-12-27T08:13:45.880">
    <p:pos x="0" y="0"/>
    <p:text>có thể phải vẽ lại một phiên bản riêng để phục vụ thuyết trình</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317500" lvl="0" marL="457200">
              <a:spcBef>
                <a:spcPts val="0"/>
              </a:spcBef>
              <a:spcAft>
                <a:spcPts val="0"/>
              </a:spcAft>
              <a:buSzPts val="1400"/>
              <a:buChar char="●"/>
              <a:defRPr sz="1100"/>
            </a:lvl1pPr>
            <a:lvl2pPr indent="-317500" lvl="1" marL="914400">
              <a:spcBef>
                <a:spcPts val="0"/>
              </a:spcBef>
              <a:spcAft>
                <a:spcPts val="0"/>
              </a:spcAft>
              <a:buSzPts val="1400"/>
              <a:buChar char="○"/>
              <a:defRPr sz="1100"/>
            </a:lvl2pPr>
            <a:lvl3pPr indent="-317500" lvl="2" marL="1371600">
              <a:spcBef>
                <a:spcPts val="0"/>
              </a:spcBef>
              <a:spcAft>
                <a:spcPts val="0"/>
              </a:spcAft>
              <a:buSzPts val="1400"/>
              <a:buChar char="■"/>
              <a:defRPr sz="1100"/>
            </a:lvl3pPr>
            <a:lvl4pPr indent="-317500" lvl="3" marL="1828800">
              <a:spcBef>
                <a:spcPts val="0"/>
              </a:spcBef>
              <a:spcAft>
                <a:spcPts val="0"/>
              </a:spcAft>
              <a:buSzPts val="1400"/>
              <a:buChar char="●"/>
              <a:defRPr sz="1100"/>
            </a:lvl4pPr>
            <a:lvl5pPr indent="-317500" lvl="4" marL="2286000">
              <a:spcBef>
                <a:spcPts val="0"/>
              </a:spcBef>
              <a:spcAft>
                <a:spcPts val="0"/>
              </a:spcAft>
              <a:buSzPts val="1400"/>
              <a:buChar char="○"/>
              <a:defRPr sz="1100"/>
            </a:lvl5pPr>
            <a:lvl6pPr indent="-317500" lvl="5" marL="2743200">
              <a:spcBef>
                <a:spcPts val="0"/>
              </a:spcBef>
              <a:spcAft>
                <a:spcPts val="0"/>
              </a:spcAft>
              <a:buSzPts val="1400"/>
              <a:buChar char="■"/>
              <a:defRPr sz="1100"/>
            </a:lvl6pPr>
            <a:lvl7pPr indent="-317500" lvl="6" marL="3200400">
              <a:spcBef>
                <a:spcPts val="0"/>
              </a:spcBef>
              <a:spcAft>
                <a:spcPts val="0"/>
              </a:spcAft>
              <a:buSzPts val="1400"/>
              <a:buChar char="●"/>
              <a:defRPr sz="1100"/>
            </a:lvl7pPr>
            <a:lvl8pPr indent="-317500" lvl="7" marL="3657600">
              <a:spcBef>
                <a:spcPts val="0"/>
              </a:spcBef>
              <a:spcAft>
                <a:spcPts val="0"/>
              </a:spcAft>
              <a:buSzPts val="1400"/>
              <a:buChar char="○"/>
              <a:defRPr sz="1100"/>
            </a:lvl8pPr>
            <a:lvl9pPr indent="-317500" lvl="8" marL="4114800">
              <a:spcBef>
                <a:spcPts val="0"/>
              </a:spcBef>
              <a:spcAft>
                <a:spcPts val="0"/>
              </a:spcAft>
              <a:buSzPts val="14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gc6f980f91_0_0: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57" name="Google Shape;57;gc6f980f9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gc6f980f91_0_10: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63" name="Google Shape;63;gc6f980f91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gc6f980f91_0_5: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83" name="Google Shape;83;gc6f980f91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gc6f980f91_0_37: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89" name="Google Shape;89;gc6f980f91_0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gc6f980f91_0_33: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95" name="Google Shape;95;gc6f980f91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g3ab15948158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 name="Google Shape;100;g3ab15948158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3ab15948158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3ab15948158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 name="Shape 113"/>
        <p:cNvGrpSpPr/>
        <p:nvPr/>
      </p:nvGrpSpPr>
      <p:grpSpPr>
        <a:xfrm>
          <a:off x="0" y="0"/>
          <a:ext cx="0" cy="0"/>
          <a:chOff x="0" y="0"/>
          <a:chExt cx="0" cy="0"/>
        </a:xfrm>
      </p:grpSpPr>
      <p:sp>
        <p:nvSpPr>
          <p:cNvPr id="114" name="Google Shape;114;gc6f980f91_0_48: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15" name="Google Shape;115;gc6f980f91_0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g3ab15948158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7" name="Google Shape;137;g3ab15948158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gc6f980f91_0_81: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44" name="Google Shape;144;gc6f980f91_0_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g3ab15948158_0_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9" name="Google Shape;159;g3ab15948158_0_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 name="Shape 163"/>
        <p:cNvGrpSpPr/>
        <p:nvPr/>
      </p:nvGrpSpPr>
      <p:grpSpPr>
        <a:xfrm>
          <a:off x="0" y="0"/>
          <a:ext cx="0" cy="0"/>
          <a:chOff x="0" y="0"/>
          <a:chExt cx="0" cy="0"/>
        </a:xfrm>
      </p:grpSpPr>
      <p:sp>
        <p:nvSpPr>
          <p:cNvPr id="164" name="Google Shape;164;gc6f980f91_0_122: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65" name="Google Shape;165;gc6f980f91_0_1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grpSp>
        <p:nvGrpSpPr>
          <p:cNvPr id="10" name="Google Shape;10;p2"/>
          <p:cNvGrpSpPr/>
          <p:nvPr/>
        </p:nvGrpSpPr>
        <p:grpSpPr>
          <a:xfrm>
            <a:off x="4350279" y="2855377"/>
            <a:ext cx="443589" cy="105632"/>
            <a:chOff x="4137525" y="2915950"/>
            <a:chExt cx="869100" cy="207000"/>
          </a:xfrm>
        </p:grpSpPr>
        <p:sp>
          <p:nvSpPr>
            <p:cNvPr id="11" name="Google Shape;11;p2"/>
            <p:cNvSpPr/>
            <p:nvPr/>
          </p:nvSpPr>
          <p:spPr>
            <a:xfrm>
              <a:off x="4468575" y="2915950"/>
              <a:ext cx="207000" cy="2070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 name="Google Shape;12;p2"/>
            <p:cNvSpPr/>
            <p:nvPr/>
          </p:nvSpPr>
          <p:spPr>
            <a:xfrm>
              <a:off x="4799625" y="2915950"/>
              <a:ext cx="207000" cy="2070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 name="Google Shape;13;p2"/>
            <p:cNvSpPr/>
            <p:nvPr/>
          </p:nvSpPr>
          <p:spPr>
            <a:xfrm>
              <a:off x="4137525" y="2915950"/>
              <a:ext cx="207000" cy="2070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 name="Google Shape;14;p2"/>
          <p:cNvSpPr txBox="1"/>
          <p:nvPr>
            <p:ph type="ctrTitle"/>
          </p:nvPr>
        </p:nvSpPr>
        <p:spPr>
          <a:xfrm>
            <a:off x="671258" y="990800"/>
            <a:ext cx="7801500" cy="1730100"/>
          </a:xfrm>
          <a:prstGeom prst="rect">
            <a:avLst/>
          </a:prstGeom>
        </p:spPr>
        <p:txBody>
          <a:bodyPr anchorCtr="0" anchor="b" bIns="91425" lIns="91425" spcFirstLastPara="1" rIns="91425" wrap="square" tIns="91425">
            <a:noAutofit/>
          </a:bodyPr>
          <a:lstStyle>
            <a:lvl1pPr lvl="0" algn="ctr">
              <a:spcBef>
                <a:spcPts val="0"/>
              </a:spcBef>
              <a:spcAft>
                <a:spcPts val="0"/>
              </a:spcAft>
              <a:buSzPts val="4800"/>
              <a:buNone/>
              <a:defRPr sz="48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p:txBody>
      </p:sp>
      <p:sp>
        <p:nvSpPr>
          <p:cNvPr id="15" name="Google Shape;15;p2"/>
          <p:cNvSpPr txBox="1"/>
          <p:nvPr>
            <p:ph idx="1" type="subTitle"/>
          </p:nvPr>
        </p:nvSpPr>
        <p:spPr>
          <a:xfrm>
            <a:off x="671250" y="3174876"/>
            <a:ext cx="7801500" cy="7926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16" name="Google Shape;16;p2"/>
          <p:cNvSpPr txBox="1"/>
          <p:nvPr>
            <p:ph idx="12" type="sldNum"/>
          </p:nvPr>
        </p:nvSpPr>
        <p:spPr>
          <a:xfrm>
            <a:off x="8490250" y="4681009"/>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vi"/>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sp>
        <p:nvSpPr>
          <p:cNvPr id="18" name="Google Shape;18;p3"/>
          <p:cNvSpPr txBox="1"/>
          <p:nvPr>
            <p:ph type="title"/>
          </p:nvPr>
        </p:nvSpPr>
        <p:spPr>
          <a:xfrm>
            <a:off x="671250" y="2141250"/>
            <a:ext cx="7852200" cy="861000"/>
          </a:xfrm>
          <a:prstGeom prst="rect">
            <a:avLst/>
          </a:prstGeom>
        </p:spPr>
        <p:txBody>
          <a:bodyPr anchorCtr="0" anchor="ctr" bIns="91425" lIns="91425" spcFirstLastPara="1" rIns="91425" wrap="square" tIns="91425">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9" name="Google Shape;19;p3"/>
          <p:cNvSpPr txBox="1"/>
          <p:nvPr>
            <p:ph idx="12" type="sldNum"/>
          </p:nvPr>
        </p:nvSpPr>
        <p:spPr>
          <a:xfrm>
            <a:off x="8490250" y="4681009"/>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vi"/>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0" name="Shape 20"/>
        <p:cNvGrpSpPr/>
        <p:nvPr/>
      </p:nvGrpSpPr>
      <p:grpSpPr>
        <a:xfrm>
          <a:off x="0" y="0"/>
          <a:ext cx="0" cy="0"/>
          <a:chOff x="0" y="0"/>
          <a:chExt cx="0" cy="0"/>
        </a:xfrm>
      </p:grpSpPr>
      <p:sp>
        <p:nvSpPr>
          <p:cNvPr id="21" name="Google Shape;21;p4"/>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22" name="Google Shape;22;p4"/>
          <p:cNvSpPr txBox="1"/>
          <p:nvPr>
            <p:ph idx="1" type="body"/>
          </p:nvPr>
        </p:nvSpPr>
        <p:spPr>
          <a:xfrm>
            <a:off x="311700" y="1152475"/>
            <a:ext cx="8520600" cy="3416400"/>
          </a:xfrm>
          <a:prstGeom prst="rect">
            <a:avLst/>
          </a:prstGeom>
        </p:spPr>
        <p:txBody>
          <a:bodyPr anchorCtr="0" anchor="t"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sp>
        <p:nvSpPr>
          <p:cNvPr id="23" name="Google Shape;23;p4"/>
          <p:cNvSpPr txBox="1"/>
          <p:nvPr>
            <p:ph idx="12" type="sldNum"/>
          </p:nvPr>
        </p:nvSpPr>
        <p:spPr>
          <a:xfrm>
            <a:off x="8490250" y="4681009"/>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vi"/>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4" name="Shape 24"/>
        <p:cNvGrpSpPr/>
        <p:nvPr/>
      </p:nvGrpSpPr>
      <p:grpSpPr>
        <a:xfrm>
          <a:off x="0" y="0"/>
          <a:ext cx="0" cy="0"/>
          <a:chOff x="0" y="0"/>
          <a:chExt cx="0" cy="0"/>
        </a:xfrm>
      </p:grpSpPr>
      <p:sp>
        <p:nvSpPr>
          <p:cNvPr id="25" name="Google Shape;25;p5"/>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26" name="Google Shape;26;p5"/>
          <p:cNvSpPr txBox="1"/>
          <p:nvPr>
            <p:ph idx="1" type="body"/>
          </p:nvPr>
        </p:nvSpPr>
        <p:spPr>
          <a:xfrm>
            <a:off x="311700" y="1152475"/>
            <a:ext cx="3999900" cy="34164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27" name="Google Shape;27;p5"/>
          <p:cNvSpPr txBox="1"/>
          <p:nvPr>
            <p:ph idx="2" type="body"/>
          </p:nvPr>
        </p:nvSpPr>
        <p:spPr>
          <a:xfrm>
            <a:off x="4832400" y="1152475"/>
            <a:ext cx="3999900" cy="34164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28" name="Google Shape;28;p5"/>
          <p:cNvSpPr txBox="1"/>
          <p:nvPr>
            <p:ph idx="12" type="sldNum"/>
          </p:nvPr>
        </p:nvSpPr>
        <p:spPr>
          <a:xfrm>
            <a:off x="8490250" y="4681009"/>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vi"/>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9" name="Shape 29"/>
        <p:cNvGrpSpPr/>
        <p:nvPr/>
      </p:nvGrpSpPr>
      <p:grpSpPr>
        <a:xfrm>
          <a:off x="0" y="0"/>
          <a:ext cx="0" cy="0"/>
          <a:chOff x="0" y="0"/>
          <a:chExt cx="0" cy="0"/>
        </a:xfrm>
      </p:grpSpPr>
      <p:sp>
        <p:nvSpPr>
          <p:cNvPr id="30" name="Google Shape;30;p6"/>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31" name="Google Shape;31;p6"/>
          <p:cNvSpPr txBox="1"/>
          <p:nvPr>
            <p:ph idx="12" type="sldNum"/>
          </p:nvPr>
        </p:nvSpPr>
        <p:spPr>
          <a:xfrm>
            <a:off x="8490250" y="4681009"/>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vi"/>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2" name="Shape 32"/>
        <p:cNvGrpSpPr/>
        <p:nvPr/>
      </p:nvGrpSpPr>
      <p:grpSpPr>
        <a:xfrm>
          <a:off x="0" y="0"/>
          <a:ext cx="0" cy="0"/>
          <a:chOff x="0" y="0"/>
          <a:chExt cx="0" cy="0"/>
        </a:xfrm>
      </p:grpSpPr>
      <p:sp>
        <p:nvSpPr>
          <p:cNvPr id="33" name="Google Shape;33;p7"/>
          <p:cNvSpPr txBox="1"/>
          <p:nvPr>
            <p:ph type="title"/>
          </p:nvPr>
        </p:nvSpPr>
        <p:spPr>
          <a:xfrm>
            <a:off x="311700" y="555600"/>
            <a:ext cx="2808000" cy="755700"/>
          </a:xfrm>
          <a:prstGeom prst="rect">
            <a:avLst/>
          </a:prstGeom>
        </p:spPr>
        <p:txBody>
          <a:bodyPr anchorCtr="0" anchor="b"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4" name="Google Shape;34;p7"/>
          <p:cNvSpPr txBox="1"/>
          <p:nvPr>
            <p:ph idx="1" type="body"/>
          </p:nvPr>
        </p:nvSpPr>
        <p:spPr>
          <a:xfrm>
            <a:off x="311700" y="1389600"/>
            <a:ext cx="2808000" cy="31794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35" name="Google Shape;35;p7"/>
          <p:cNvSpPr txBox="1"/>
          <p:nvPr>
            <p:ph idx="12" type="sldNum"/>
          </p:nvPr>
        </p:nvSpPr>
        <p:spPr>
          <a:xfrm>
            <a:off x="8490250" y="4681009"/>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vi"/>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lt2"/>
        </a:solid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490250" y="526350"/>
            <a:ext cx="6227100" cy="40908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4800"/>
              <a:buNone/>
              <a:defRPr sz="4800">
                <a:solidFill>
                  <a:schemeClr val="lt1"/>
                </a:solidFill>
              </a:defRPr>
            </a:lvl1pPr>
            <a:lvl2pPr lvl="1">
              <a:spcBef>
                <a:spcPts val="0"/>
              </a:spcBef>
              <a:spcAft>
                <a:spcPts val="0"/>
              </a:spcAft>
              <a:buClr>
                <a:schemeClr val="lt1"/>
              </a:buClr>
              <a:buSzPts val="4800"/>
              <a:buNone/>
              <a:defRPr sz="4800">
                <a:solidFill>
                  <a:schemeClr val="lt1"/>
                </a:solidFill>
              </a:defRPr>
            </a:lvl2pPr>
            <a:lvl3pPr lvl="2">
              <a:spcBef>
                <a:spcPts val="0"/>
              </a:spcBef>
              <a:spcAft>
                <a:spcPts val="0"/>
              </a:spcAft>
              <a:buClr>
                <a:schemeClr val="lt1"/>
              </a:buClr>
              <a:buSzPts val="4800"/>
              <a:buNone/>
              <a:defRPr sz="4800">
                <a:solidFill>
                  <a:schemeClr val="lt1"/>
                </a:solidFill>
              </a:defRPr>
            </a:lvl3pPr>
            <a:lvl4pPr lvl="3">
              <a:spcBef>
                <a:spcPts val="0"/>
              </a:spcBef>
              <a:spcAft>
                <a:spcPts val="0"/>
              </a:spcAft>
              <a:buClr>
                <a:schemeClr val="lt1"/>
              </a:buClr>
              <a:buSzPts val="4800"/>
              <a:buNone/>
              <a:defRPr sz="4800">
                <a:solidFill>
                  <a:schemeClr val="lt1"/>
                </a:solidFill>
              </a:defRPr>
            </a:lvl4pPr>
            <a:lvl5pPr lvl="4">
              <a:spcBef>
                <a:spcPts val="0"/>
              </a:spcBef>
              <a:spcAft>
                <a:spcPts val="0"/>
              </a:spcAft>
              <a:buClr>
                <a:schemeClr val="lt1"/>
              </a:buClr>
              <a:buSzPts val="4800"/>
              <a:buNone/>
              <a:defRPr sz="4800">
                <a:solidFill>
                  <a:schemeClr val="lt1"/>
                </a:solidFill>
              </a:defRPr>
            </a:lvl5pPr>
            <a:lvl6pPr lvl="5">
              <a:spcBef>
                <a:spcPts val="0"/>
              </a:spcBef>
              <a:spcAft>
                <a:spcPts val="0"/>
              </a:spcAft>
              <a:buClr>
                <a:schemeClr val="lt1"/>
              </a:buClr>
              <a:buSzPts val="4800"/>
              <a:buNone/>
              <a:defRPr sz="4800">
                <a:solidFill>
                  <a:schemeClr val="lt1"/>
                </a:solidFill>
              </a:defRPr>
            </a:lvl6pPr>
            <a:lvl7pPr lvl="6">
              <a:spcBef>
                <a:spcPts val="0"/>
              </a:spcBef>
              <a:spcAft>
                <a:spcPts val="0"/>
              </a:spcAft>
              <a:buClr>
                <a:schemeClr val="lt1"/>
              </a:buClr>
              <a:buSzPts val="4800"/>
              <a:buNone/>
              <a:defRPr sz="4800">
                <a:solidFill>
                  <a:schemeClr val="lt1"/>
                </a:solidFill>
              </a:defRPr>
            </a:lvl7pPr>
            <a:lvl8pPr lvl="7">
              <a:spcBef>
                <a:spcPts val="0"/>
              </a:spcBef>
              <a:spcAft>
                <a:spcPts val="0"/>
              </a:spcAft>
              <a:buClr>
                <a:schemeClr val="lt1"/>
              </a:buClr>
              <a:buSzPts val="4800"/>
              <a:buNone/>
              <a:defRPr sz="4800">
                <a:solidFill>
                  <a:schemeClr val="lt1"/>
                </a:solidFill>
              </a:defRPr>
            </a:lvl8pPr>
            <a:lvl9pPr lvl="8">
              <a:spcBef>
                <a:spcPts val="0"/>
              </a:spcBef>
              <a:spcAft>
                <a:spcPts val="0"/>
              </a:spcAft>
              <a:buClr>
                <a:schemeClr val="lt1"/>
              </a:buClr>
              <a:buSzPts val="4800"/>
              <a:buNone/>
              <a:defRPr sz="4800">
                <a:solidFill>
                  <a:schemeClr val="lt1"/>
                </a:solidFill>
              </a:defRPr>
            </a:lvl9pPr>
          </a:lstStyle>
          <a:p/>
        </p:txBody>
      </p:sp>
      <p:sp>
        <p:nvSpPr>
          <p:cNvPr id="38" name="Google Shape;38;p8"/>
          <p:cNvSpPr txBox="1"/>
          <p:nvPr>
            <p:ph idx="12" type="sldNum"/>
          </p:nvPr>
        </p:nvSpPr>
        <p:spPr>
          <a:xfrm>
            <a:off x="8490250" y="4681009"/>
            <a:ext cx="548700" cy="393600"/>
          </a:xfrm>
          <a:prstGeom prst="rect">
            <a:avLst/>
          </a:prstGeom>
        </p:spPr>
        <p:txBody>
          <a:bodyPr anchorCtr="0" anchor="ctr" bIns="91425" lIns="91425" spcFirstLastPara="1" rIns="91425" wrap="square" tIns="91425">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vi"/>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9" name="Shape 39"/>
        <p:cNvGrpSpPr/>
        <p:nvPr/>
      </p:nvGrpSpPr>
      <p:grpSpPr>
        <a:xfrm>
          <a:off x="0" y="0"/>
          <a:ext cx="0" cy="0"/>
          <a:chOff x="0" y="0"/>
          <a:chExt cx="0" cy="0"/>
        </a:xfrm>
      </p:grpSpPr>
      <p:sp>
        <p:nvSpPr>
          <p:cNvPr id="40" name="Google Shape;40;p9"/>
          <p:cNvSpPr/>
          <p:nvPr/>
        </p:nvSpPr>
        <p:spPr>
          <a:xfrm>
            <a:off x="4572000" y="0"/>
            <a:ext cx="4572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41" name="Google Shape;41;p9"/>
          <p:cNvCxnSpPr/>
          <p:nvPr/>
        </p:nvCxnSpPr>
        <p:spPr>
          <a:xfrm>
            <a:off x="5029675" y="4495500"/>
            <a:ext cx="468300" cy="0"/>
          </a:xfrm>
          <a:prstGeom prst="straightConnector1">
            <a:avLst/>
          </a:prstGeom>
          <a:noFill/>
          <a:ln cap="flat" cmpd="sng" w="19050">
            <a:solidFill>
              <a:schemeClr val="lt1"/>
            </a:solidFill>
            <a:prstDash val="solid"/>
            <a:round/>
            <a:headEnd len="sm" w="sm" type="none"/>
            <a:tailEnd len="sm" w="sm" type="none"/>
          </a:ln>
        </p:spPr>
      </p:cxnSp>
      <p:sp>
        <p:nvSpPr>
          <p:cNvPr id="42" name="Google Shape;42;p9"/>
          <p:cNvSpPr txBox="1"/>
          <p:nvPr>
            <p:ph type="title"/>
          </p:nvPr>
        </p:nvSpPr>
        <p:spPr>
          <a:xfrm>
            <a:off x="265500" y="1081400"/>
            <a:ext cx="4045200" cy="1710300"/>
          </a:xfrm>
          <a:prstGeom prst="rect">
            <a:avLst/>
          </a:prstGeom>
        </p:spPr>
        <p:txBody>
          <a:bodyPr anchorCtr="0" anchor="b" bIns="91425" lIns="91425" spcFirstLastPara="1" rIns="91425" wrap="square" tIns="91425">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43" name="Google Shape;43;p9"/>
          <p:cNvSpPr txBox="1"/>
          <p:nvPr>
            <p:ph idx="1" type="subTitle"/>
          </p:nvPr>
        </p:nvSpPr>
        <p:spPr>
          <a:xfrm>
            <a:off x="265500" y="2845201"/>
            <a:ext cx="4045200" cy="13455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Clr>
                <a:schemeClr val="dk1"/>
              </a:buClr>
              <a:buSzPts val="2100"/>
              <a:buNone/>
              <a:defRPr sz="2100">
                <a:solidFill>
                  <a:schemeClr val="dk1"/>
                </a:solidFill>
              </a:defRPr>
            </a:lvl1pPr>
            <a:lvl2pPr lvl="1" algn="ctr">
              <a:lnSpc>
                <a:spcPct val="100000"/>
              </a:lnSpc>
              <a:spcBef>
                <a:spcPts val="0"/>
              </a:spcBef>
              <a:spcAft>
                <a:spcPts val="0"/>
              </a:spcAft>
              <a:buClr>
                <a:schemeClr val="dk1"/>
              </a:buClr>
              <a:buSzPts val="2100"/>
              <a:buNone/>
              <a:defRPr sz="2100">
                <a:solidFill>
                  <a:schemeClr val="dk1"/>
                </a:solidFill>
              </a:defRPr>
            </a:lvl2pPr>
            <a:lvl3pPr lvl="2" algn="ctr">
              <a:lnSpc>
                <a:spcPct val="100000"/>
              </a:lnSpc>
              <a:spcBef>
                <a:spcPts val="0"/>
              </a:spcBef>
              <a:spcAft>
                <a:spcPts val="0"/>
              </a:spcAft>
              <a:buClr>
                <a:schemeClr val="dk1"/>
              </a:buClr>
              <a:buSzPts val="2100"/>
              <a:buNone/>
              <a:defRPr sz="2100">
                <a:solidFill>
                  <a:schemeClr val="dk1"/>
                </a:solidFill>
              </a:defRPr>
            </a:lvl3pPr>
            <a:lvl4pPr lvl="3" algn="ctr">
              <a:lnSpc>
                <a:spcPct val="100000"/>
              </a:lnSpc>
              <a:spcBef>
                <a:spcPts val="0"/>
              </a:spcBef>
              <a:spcAft>
                <a:spcPts val="0"/>
              </a:spcAft>
              <a:buClr>
                <a:schemeClr val="dk1"/>
              </a:buClr>
              <a:buSzPts val="2100"/>
              <a:buNone/>
              <a:defRPr sz="2100">
                <a:solidFill>
                  <a:schemeClr val="dk1"/>
                </a:solidFill>
              </a:defRPr>
            </a:lvl4pPr>
            <a:lvl5pPr lvl="4" algn="ctr">
              <a:lnSpc>
                <a:spcPct val="100000"/>
              </a:lnSpc>
              <a:spcBef>
                <a:spcPts val="0"/>
              </a:spcBef>
              <a:spcAft>
                <a:spcPts val="0"/>
              </a:spcAft>
              <a:buClr>
                <a:schemeClr val="dk1"/>
              </a:buClr>
              <a:buSzPts val="2100"/>
              <a:buNone/>
              <a:defRPr sz="2100">
                <a:solidFill>
                  <a:schemeClr val="dk1"/>
                </a:solidFill>
              </a:defRPr>
            </a:lvl5pPr>
            <a:lvl6pPr lvl="5" algn="ctr">
              <a:lnSpc>
                <a:spcPct val="100000"/>
              </a:lnSpc>
              <a:spcBef>
                <a:spcPts val="0"/>
              </a:spcBef>
              <a:spcAft>
                <a:spcPts val="0"/>
              </a:spcAft>
              <a:buClr>
                <a:schemeClr val="dk1"/>
              </a:buClr>
              <a:buSzPts val="2100"/>
              <a:buNone/>
              <a:defRPr sz="2100">
                <a:solidFill>
                  <a:schemeClr val="dk1"/>
                </a:solidFill>
              </a:defRPr>
            </a:lvl6pPr>
            <a:lvl7pPr lvl="6" algn="ctr">
              <a:lnSpc>
                <a:spcPct val="100000"/>
              </a:lnSpc>
              <a:spcBef>
                <a:spcPts val="0"/>
              </a:spcBef>
              <a:spcAft>
                <a:spcPts val="0"/>
              </a:spcAft>
              <a:buClr>
                <a:schemeClr val="dk1"/>
              </a:buClr>
              <a:buSzPts val="2100"/>
              <a:buNone/>
              <a:defRPr sz="2100">
                <a:solidFill>
                  <a:schemeClr val="dk1"/>
                </a:solidFill>
              </a:defRPr>
            </a:lvl7pPr>
            <a:lvl8pPr lvl="7" algn="ctr">
              <a:lnSpc>
                <a:spcPct val="100000"/>
              </a:lnSpc>
              <a:spcBef>
                <a:spcPts val="0"/>
              </a:spcBef>
              <a:spcAft>
                <a:spcPts val="0"/>
              </a:spcAft>
              <a:buClr>
                <a:schemeClr val="dk1"/>
              </a:buClr>
              <a:buSzPts val="2100"/>
              <a:buNone/>
              <a:defRPr sz="2100">
                <a:solidFill>
                  <a:schemeClr val="dk1"/>
                </a:solidFill>
              </a:defRPr>
            </a:lvl8pPr>
            <a:lvl9pPr lvl="8" algn="ctr">
              <a:lnSpc>
                <a:spcPct val="100000"/>
              </a:lnSpc>
              <a:spcBef>
                <a:spcPts val="0"/>
              </a:spcBef>
              <a:spcAft>
                <a:spcPts val="0"/>
              </a:spcAft>
              <a:buClr>
                <a:schemeClr val="dk1"/>
              </a:buClr>
              <a:buSzPts val="2100"/>
              <a:buNone/>
              <a:defRPr sz="2100">
                <a:solidFill>
                  <a:schemeClr val="dk1"/>
                </a:solidFill>
              </a:defRPr>
            </a:lvl9pPr>
          </a:lstStyle>
          <a:p/>
        </p:txBody>
      </p:sp>
      <p:sp>
        <p:nvSpPr>
          <p:cNvPr id="44" name="Google Shape;44;p9"/>
          <p:cNvSpPr txBox="1"/>
          <p:nvPr>
            <p:ph idx="2" type="body"/>
          </p:nvPr>
        </p:nvSpPr>
        <p:spPr>
          <a:xfrm>
            <a:off x="4939500" y="724200"/>
            <a:ext cx="3837000" cy="36951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Clr>
                <a:schemeClr val="lt1"/>
              </a:buClr>
              <a:buSzPts val="1800"/>
              <a:buChar char="●"/>
              <a:defRPr>
                <a:solidFill>
                  <a:schemeClr val="lt1"/>
                </a:solidFill>
              </a:defRPr>
            </a:lvl1pPr>
            <a:lvl2pPr indent="-317500" lvl="1" marL="914400">
              <a:spcBef>
                <a:spcPts val="1600"/>
              </a:spcBef>
              <a:spcAft>
                <a:spcPts val="0"/>
              </a:spcAft>
              <a:buClr>
                <a:schemeClr val="lt1"/>
              </a:buClr>
              <a:buSzPts val="1400"/>
              <a:buChar char="○"/>
              <a:defRPr>
                <a:solidFill>
                  <a:schemeClr val="lt1"/>
                </a:solidFill>
              </a:defRPr>
            </a:lvl2pPr>
            <a:lvl3pPr indent="-317500" lvl="2" marL="1371600">
              <a:spcBef>
                <a:spcPts val="1600"/>
              </a:spcBef>
              <a:spcAft>
                <a:spcPts val="0"/>
              </a:spcAft>
              <a:buClr>
                <a:schemeClr val="lt1"/>
              </a:buClr>
              <a:buSzPts val="1400"/>
              <a:buChar char="■"/>
              <a:defRPr>
                <a:solidFill>
                  <a:schemeClr val="lt1"/>
                </a:solidFill>
              </a:defRPr>
            </a:lvl3pPr>
            <a:lvl4pPr indent="-317500" lvl="3" marL="1828800">
              <a:spcBef>
                <a:spcPts val="1600"/>
              </a:spcBef>
              <a:spcAft>
                <a:spcPts val="0"/>
              </a:spcAft>
              <a:buClr>
                <a:schemeClr val="lt1"/>
              </a:buClr>
              <a:buSzPts val="1400"/>
              <a:buChar char="●"/>
              <a:defRPr>
                <a:solidFill>
                  <a:schemeClr val="lt1"/>
                </a:solidFill>
              </a:defRPr>
            </a:lvl4pPr>
            <a:lvl5pPr indent="-317500" lvl="4" marL="2286000">
              <a:spcBef>
                <a:spcPts val="1600"/>
              </a:spcBef>
              <a:spcAft>
                <a:spcPts val="0"/>
              </a:spcAft>
              <a:buClr>
                <a:schemeClr val="lt1"/>
              </a:buClr>
              <a:buSzPts val="1400"/>
              <a:buChar char="○"/>
              <a:defRPr>
                <a:solidFill>
                  <a:schemeClr val="lt1"/>
                </a:solidFill>
              </a:defRPr>
            </a:lvl5pPr>
            <a:lvl6pPr indent="-317500" lvl="5" marL="2743200">
              <a:spcBef>
                <a:spcPts val="1600"/>
              </a:spcBef>
              <a:spcAft>
                <a:spcPts val="0"/>
              </a:spcAft>
              <a:buClr>
                <a:schemeClr val="lt1"/>
              </a:buClr>
              <a:buSzPts val="1400"/>
              <a:buChar char="■"/>
              <a:defRPr>
                <a:solidFill>
                  <a:schemeClr val="lt1"/>
                </a:solidFill>
              </a:defRPr>
            </a:lvl6pPr>
            <a:lvl7pPr indent="-317500" lvl="6" marL="3200400">
              <a:spcBef>
                <a:spcPts val="1600"/>
              </a:spcBef>
              <a:spcAft>
                <a:spcPts val="0"/>
              </a:spcAft>
              <a:buClr>
                <a:schemeClr val="lt1"/>
              </a:buClr>
              <a:buSzPts val="1400"/>
              <a:buChar char="●"/>
              <a:defRPr>
                <a:solidFill>
                  <a:schemeClr val="lt1"/>
                </a:solidFill>
              </a:defRPr>
            </a:lvl7pPr>
            <a:lvl8pPr indent="-317500" lvl="7" marL="3657600">
              <a:spcBef>
                <a:spcPts val="1600"/>
              </a:spcBef>
              <a:spcAft>
                <a:spcPts val="0"/>
              </a:spcAft>
              <a:buClr>
                <a:schemeClr val="lt1"/>
              </a:buClr>
              <a:buSzPts val="1400"/>
              <a:buChar char="○"/>
              <a:defRPr>
                <a:solidFill>
                  <a:schemeClr val="lt1"/>
                </a:solidFill>
              </a:defRPr>
            </a:lvl8pPr>
            <a:lvl9pPr indent="-317500" lvl="8" marL="4114800">
              <a:spcBef>
                <a:spcPts val="1600"/>
              </a:spcBef>
              <a:spcAft>
                <a:spcPts val="1600"/>
              </a:spcAft>
              <a:buClr>
                <a:schemeClr val="lt1"/>
              </a:buClr>
              <a:buSzPts val="1400"/>
              <a:buChar char="■"/>
              <a:defRPr>
                <a:solidFill>
                  <a:schemeClr val="lt1"/>
                </a:solidFill>
              </a:defRPr>
            </a:lvl9pPr>
          </a:lstStyle>
          <a:p/>
        </p:txBody>
      </p:sp>
      <p:sp>
        <p:nvSpPr>
          <p:cNvPr id="45" name="Google Shape;45;p9"/>
          <p:cNvSpPr txBox="1"/>
          <p:nvPr>
            <p:ph idx="12" type="sldNum"/>
          </p:nvPr>
        </p:nvSpPr>
        <p:spPr>
          <a:xfrm>
            <a:off x="8490250" y="4681009"/>
            <a:ext cx="548700" cy="393600"/>
          </a:xfrm>
          <a:prstGeom prst="rect">
            <a:avLst/>
          </a:prstGeom>
        </p:spPr>
        <p:txBody>
          <a:bodyPr anchorCtr="0" anchor="ctr" bIns="91425" lIns="91425" spcFirstLastPara="1" rIns="91425" wrap="square" tIns="91425">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vi"/>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6" name="Shape 46"/>
        <p:cNvGrpSpPr/>
        <p:nvPr/>
      </p:nvGrpSpPr>
      <p:grpSpPr>
        <a:xfrm>
          <a:off x="0" y="0"/>
          <a:ext cx="0" cy="0"/>
          <a:chOff x="0" y="0"/>
          <a:chExt cx="0" cy="0"/>
        </a:xfrm>
      </p:grpSpPr>
      <p:sp>
        <p:nvSpPr>
          <p:cNvPr id="47" name="Google Shape;47;p10"/>
          <p:cNvSpPr txBox="1"/>
          <p:nvPr>
            <p:ph idx="1" type="body"/>
          </p:nvPr>
        </p:nvSpPr>
        <p:spPr>
          <a:xfrm>
            <a:off x="311700" y="4230575"/>
            <a:ext cx="5998800" cy="605100"/>
          </a:xfrm>
          <a:prstGeom prst="rect">
            <a:avLst/>
          </a:prstGeom>
        </p:spPr>
        <p:txBody>
          <a:bodyPr anchorCtr="0" anchor="ctr" bIns="91425" lIns="91425" spcFirstLastPara="1" rIns="91425" wrap="square" tIns="91425">
            <a:noAutofit/>
          </a:bodyPr>
          <a:lstStyle>
            <a:lvl1pPr indent="-228600" lvl="0" marL="457200">
              <a:lnSpc>
                <a:spcPct val="100000"/>
              </a:lnSpc>
              <a:spcBef>
                <a:spcPts val="0"/>
              </a:spcBef>
              <a:spcAft>
                <a:spcPts val="0"/>
              </a:spcAft>
              <a:buClr>
                <a:schemeClr val="dk1"/>
              </a:buClr>
              <a:buSzPts val="2100"/>
              <a:buFont typeface="Oswald"/>
              <a:buNone/>
              <a:defRPr sz="2100">
                <a:solidFill>
                  <a:schemeClr val="dk1"/>
                </a:solidFill>
                <a:latin typeface="Oswald"/>
                <a:ea typeface="Oswald"/>
                <a:cs typeface="Oswald"/>
                <a:sym typeface="Oswald"/>
              </a:defRPr>
            </a:lvl1pPr>
          </a:lstStyle>
          <a:p/>
        </p:txBody>
      </p:sp>
      <p:sp>
        <p:nvSpPr>
          <p:cNvPr id="48" name="Google Shape;48;p10"/>
          <p:cNvSpPr txBox="1"/>
          <p:nvPr>
            <p:ph idx="12" type="sldNum"/>
          </p:nvPr>
        </p:nvSpPr>
        <p:spPr>
          <a:xfrm>
            <a:off x="8490250" y="4681009"/>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vi"/>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9" name="Shape 49"/>
        <p:cNvGrpSpPr/>
        <p:nvPr/>
      </p:nvGrpSpPr>
      <p:grpSpPr>
        <a:xfrm>
          <a:off x="0" y="0"/>
          <a:ext cx="0" cy="0"/>
          <a:chOff x="0" y="0"/>
          <a:chExt cx="0" cy="0"/>
        </a:xfrm>
      </p:grpSpPr>
      <p:sp>
        <p:nvSpPr>
          <p:cNvPr id="50" name="Google Shape;50;p11"/>
          <p:cNvSpPr txBox="1"/>
          <p:nvPr>
            <p:ph hasCustomPrompt="1" type="title"/>
          </p:nvPr>
        </p:nvSpPr>
        <p:spPr>
          <a:xfrm>
            <a:off x="311700" y="1255275"/>
            <a:ext cx="8520600" cy="1890600"/>
          </a:xfrm>
          <a:prstGeom prst="rect">
            <a:avLst/>
          </a:prstGeom>
        </p:spPr>
        <p:txBody>
          <a:bodyPr anchorCtr="0" anchor="b" bIns="91425" lIns="91425" spcFirstLastPara="1" rIns="91425" wrap="square" tIns="91425">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1" name="Google Shape;51;p11"/>
          <p:cNvSpPr txBox="1"/>
          <p:nvPr>
            <p:ph idx="1" type="body"/>
          </p:nvPr>
        </p:nvSpPr>
        <p:spPr>
          <a:xfrm>
            <a:off x="311700" y="3228425"/>
            <a:ext cx="8520600" cy="1300800"/>
          </a:xfrm>
          <a:prstGeom prst="rect">
            <a:avLst/>
          </a:prstGeom>
        </p:spPr>
        <p:txBody>
          <a:bodyPr anchorCtr="0" anchor="t" bIns="91425" lIns="91425" spcFirstLastPara="1" rIns="91425" wrap="square" tIns="91425">
            <a:noAutofit/>
          </a:bodyPr>
          <a:lstStyle>
            <a:lvl1pPr indent="-342900" lvl="0" marL="457200" algn="ctr">
              <a:spcBef>
                <a:spcPts val="0"/>
              </a:spcBef>
              <a:spcAft>
                <a:spcPts val="0"/>
              </a:spcAft>
              <a:buSzPts val="1800"/>
              <a:buChar char="●"/>
              <a:defRPr/>
            </a:lvl1pPr>
            <a:lvl2pPr indent="-317500" lvl="1" marL="914400" algn="ctr">
              <a:spcBef>
                <a:spcPts val="1600"/>
              </a:spcBef>
              <a:spcAft>
                <a:spcPts val="0"/>
              </a:spcAft>
              <a:buSzPts val="1400"/>
              <a:buChar char="○"/>
              <a:defRPr/>
            </a:lvl2pPr>
            <a:lvl3pPr indent="-317500" lvl="2" marL="1371600" algn="ctr">
              <a:spcBef>
                <a:spcPts val="1600"/>
              </a:spcBef>
              <a:spcAft>
                <a:spcPts val="0"/>
              </a:spcAft>
              <a:buSzPts val="1400"/>
              <a:buChar char="■"/>
              <a:defRPr/>
            </a:lvl3pPr>
            <a:lvl4pPr indent="-317500" lvl="3" marL="1828800" algn="ctr">
              <a:spcBef>
                <a:spcPts val="1600"/>
              </a:spcBef>
              <a:spcAft>
                <a:spcPts val="0"/>
              </a:spcAft>
              <a:buSzPts val="1400"/>
              <a:buChar char="●"/>
              <a:defRPr/>
            </a:lvl4pPr>
            <a:lvl5pPr indent="-317500" lvl="4" marL="2286000" algn="ctr">
              <a:spcBef>
                <a:spcPts val="1600"/>
              </a:spcBef>
              <a:spcAft>
                <a:spcPts val="0"/>
              </a:spcAft>
              <a:buSzPts val="1400"/>
              <a:buChar char="○"/>
              <a:defRPr/>
            </a:lvl5pPr>
            <a:lvl6pPr indent="-317500" lvl="5" marL="2743200" algn="ctr">
              <a:spcBef>
                <a:spcPts val="1600"/>
              </a:spcBef>
              <a:spcAft>
                <a:spcPts val="0"/>
              </a:spcAft>
              <a:buSzPts val="1400"/>
              <a:buChar char="■"/>
              <a:defRPr/>
            </a:lvl6pPr>
            <a:lvl7pPr indent="-317500" lvl="6" marL="3200400" algn="ctr">
              <a:spcBef>
                <a:spcPts val="1600"/>
              </a:spcBef>
              <a:spcAft>
                <a:spcPts val="0"/>
              </a:spcAft>
              <a:buSzPts val="1400"/>
              <a:buChar char="●"/>
              <a:defRPr/>
            </a:lvl7pPr>
            <a:lvl8pPr indent="-317500" lvl="7" marL="3657600" algn="ctr">
              <a:spcBef>
                <a:spcPts val="1600"/>
              </a:spcBef>
              <a:spcAft>
                <a:spcPts val="0"/>
              </a:spcAft>
              <a:buSzPts val="1400"/>
              <a:buChar char="○"/>
              <a:defRPr/>
            </a:lvl8pPr>
            <a:lvl9pPr indent="-317500" lvl="8" marL="4114800" algn="ctr">
              <a:spcBef>
                <a:spcPts val="1600"/>
              </a:spcBef>
              <a:spcAft>
                <a:spcPts val="1600"/>
              </a:spcAft>
              <a:buSzPts val="1400"/>
              <a:buChar char="■"/>
              <a:defRPr/>
            </a:lvl9pPr>
          </a:lstStyle>
          <a:p/>
        </p:txBody>
      </p:sp>
      <p:sp>
        <p:nvSpPr>
          <p:cNvPr id="52" name="Google Shape;52;p11"/>
          <p:cNvSpPr txBox="1"/>
          <p:nvPr>
            <p:ph idx="12" type="sldNum"/>
          </p:nvPr>
        </p:nvSpPr>
        <p:spPr>
          <a:xfrm>
            <a:off x="8490250" y="4681009"/>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vi"/>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3" name="Shape 53"/>
        <p:cNvGrpSpPr/>
        <p:nvPr/>
      </p:nvGrpSpPr>
      <p:grpSpPr>
        <a:xfrm>
          <a:off x="0" y="0"/>
          <a:ext cx="0" cy="0"/>
          <a:chOff x="0" y="0"/>
          <a:chExt cx="0" cy="0"/>
        </a:xfrm>
      </p:grpSpPr>
      <p:sp>
        <p:nvSpPr>
          <p:cNvPr id="54" name="Google Shape;54;p12"/>
          <p:cNvSpPr txBox="1"/>
          <p:nvPr>
            <p:ph idx="12" type="sldNum"/>
          </p:nvPr>
        </p:nvSpPr>
        <p:spPr>
          <a:xfrm>
            <a:off x="8490250" y="4681009"/>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vi"/>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late">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1pPr>
            <a:lvl2pPr lvl="1">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2pPr>
            <a:lvl3pPr lvl="2">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3pPr>
            <a:lvl4pPr lvl="3">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4pPr>
            <a:lvl5pPr lvl="4">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5pPr>
            <a:lvl6pPr lvl="5">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6pPr>
            <a:lvl7pPr lvl="6">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7pPr>
            <a:lvl8pPr lvl="7">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8pPr>
            <a:lvl9pPr lvl="8">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chemeClr val="accent3"/>
              </a:buClr>
              <a:buSzPts val="1800"/>
              <a:buFont typeface="Average"/>
              <a:buChar char="●"/>
              <a:defRPr sz="1800">
                <a:solidFill>
                  <a:schemeClr val="accent3"/>
                </a:solidFill>
                <a:latin typeface="Average"/>
                <a:ea typeface="Average"/>
                <a:cs typeface="Average"/>
                <a:sym typeface="Average"/>
              </a:defRPr>
            </a:lvl1pPr>
            <a:lvl2pPr indent="-317500" lvl="1" marL="914400">
              <a:lnSpc>
                <a:spcPct val="115000"/>
              </a:lnSpc>
              <a:spcBef>
                <a:spcPts val="1600"/>
              </a:spcBef>
              <a:spcAft>
                <a:spcPts val="0"/>
              </a:spcAft>
              <a:buClr>
                <a:schemeClr val="accent3"/>
              </a:buClr>
              <a:buSzPts val="1400"/>
              <a:buFont typeface="Tinos"/>
              <a:buChar char="○"/>
              <a:defRPr>
                <a:solidFill>
                  <a:schemeClr val="accent3"/>
                </a:solidFill>
                <a:latin typeface="Tinos"/>
                <a:ea typeface="Tinos"/>
                <a:cs typeface="Tinos"/>
                <a:sym typeface="Tinos"/>
              </a:defRPr>
            </a:lvl2pPr>
            <a:lvl3pPr indent="-317500" lvl="2" marL="1371600">
              <a:lnSpc>
                <a:spcPct val="115000"/>
              </a:lnSpc>
              <a:spcBef>
                <a:spcPts val="1600"/>
              </a:spcBef>
              <a:spcAft>
                <a:spcPts val="0"/>
              </a:spcAft>
              <a:buClr>
                <a:schemeClr val="accent3"/>
              </a:buClr>
              <a:buSzPts val="1400"/>
              <a:buFont typeface="Tinos"/>
              <a:buChar char="■"/>
              <a:defRPr>
                <a:solidFill>
                  <a:schemeClr val="accent3"/>
                </a:solidFill>
                <a:latin typeface="Tinos"/>
                <a:ea typeface="Tinos"/>
                <a:cs typeface="Tinos"/>
                <a:sym typeface="Tinos"/>
              </a:defRPr>
            </a:lvl3pPr>
            <a:lvl4pPr indent="-317500" lvl="3" marL="1828800">
              <a:lnSpc>
                <a:spcPct val="115000"/>
              </a:lnSpc>
              <a:spcBef>
                <a:spcPts val="1600"/>
              </a:spcBef>
              <a:spcAft>
                <a:spcPts val="0"/>
              </a:spcAft>
              <a:buClr>
                <a:schemeClr val="accent3"/>
              </a:buClr>
              <a:buSzPts val="1400"/>
              <a:buFont typeface="Tinos"/>
              <a:buChar char="●"/>
              <a:defRPr>
                <a:solidFill>
                  <a:schemeClr val="accent3"/>
                </a:solidFill>
                <a:latin typeface="Tinos"/>
                <a:ea typeface="Tinos"/>
                <a:cs typeface="Tinos"/>
                <a:sym typeface="Tinos"/>
              </a:defRPr>
            </a:lvl4pPr>
            <a:lvl5pPr indent="-317500" lvl="4" marL="2286000">
              <a:lnSpc>
                <a:spcPct val="115000"/>
              </a:lnSpc>
              <a:spcBef>
                <a:spcPts val="1600"/>
              </a:spcBef>
              <a:spcAft>
                <a:spcPts val="0"/>
              </a:spcAft>
              <a:buClr>
                <a:schemeClr val="accent3"/>
              </a:buClr>
              <a:buSzPts val="1400"/>
              <a:buFont typeface="Tinos"/>
              <a:buChar char="○"/>
              <a:defRPr>
                <a:solidFill>
                  <a:schemeClr val="accent3"/>
                </a:solidFill>
                <a:latin typeface="Tinos"/>
                <a:ea typeface="Tinos"/>
                <a:cs typeface="Tinos"/>
                <a:sym typeface="Tinos"/>
              </a:defRPr>
            </a:lvl5pPr>
            <a:lvl6pPr indent="-317500" lvl="5" marL="2743200">
              <a:lnSpc>
                <a:spcPct val="115000"/>
              </a:lnSpc>
              <a:spcBef>
                <a:spcPts val="1600"/>
              </a:spcBef>
              <a:spcAft>
                <a:spcPts val="0"/>
              </a:spcAft>
              <a:buClr>
                <a:schemeClr val="accent3"/>
              </a:buClr>
              <a:buSzPts val="1400"/>
              <a:buFont typeface="Tinos"/>
              <a:buChar char="■"/>
              <a:defRPr>
                <a:solidFill>
                  <a:schemeClr val="accent3"/>
                </a:solidFill>
                <a:latin typeface="Tinos"/>
                <a:ea typeface="Tinos"/>
                <a:cs typeface="Tinos"/>
                <a:sym typeface="Tinos"/>
              </a:defRPr>
            </a:lvl6pPr>
            <a:lvl7pPr indent="-317500" lvl="6" marL="3200400">
              <a:lnSpc>
                <a:spcPct val="115000"/>
              </a:lnSpc>
              <a:spcBef>
                <a:spcPts val="1600"/>
              </a:spcBef>
              <a:spcAft>
                <a:spcPts val="0"/>
              </a:spcAft>
              <a:buClr>
                <a:schemeClr val="accent3"/>
              </a:buClr>
              <a:buSzPts val="1400"/>
              <a:buFont typeface="Tinos"/>
              <a:buChar char="●"/>
              <a:defRPr>
                <a:solidFill>
                  <a:schemeClr val="accent3"/>
                </a:solidFill>
                <a:latin typeface="Tinos"/>
                <a:ea typeface="Tinos"/>
                <a:cs typeface="Tinos"/>
                <a:sym typeface="Tinos"/>
              </a:defRPr>
            </a:lvl7pPr>
            <a:lvl8pPr indent="-317500" lvl="7" marL="3657600">
              <a:lnSpc>
                <a:spcPct val="115000"/>
              </a:lnSpc>
              <a:spcBef>
                <a:spcPts val="1600"/>
              </a:spcBef>
              <a:spcAft>
                <a:spcPts val="0"/>
              </a:spcAft>
              <a:buClr>
                <a:schemeClr val="accent3"/>
              </a:buClr>
              <a:buSzPts val="1400"/>
              <a:buFont typeface="Tinos"/>
              <a:buChar char="○"/>
              <a:defRPr>
                <a:solidFill>
                  <a:schemeClr val="accent3"/>
                </a:solidFill>
                <a:latin typeface="Tinos"/>
                <a:ea typeface="Tinos"/>
                <a:cs typeface="Tinos"/>
                <a:sym typeface="Tinos"/>
              </a:defRPr>
            </a:lvl8pPr>
            <a:lvl9pPr indent="-317500" lvl="8" marL="4114800">
              <a:lnSpc>
                <a:spcPct val="115000"/>
              </a:lnSpc>
              <a:spcBef>
                <a:spcPts val="1600"/>
              </a:spcBef>
              <a:spcAft>
                <a:spcPts val="1600"/>
              </a:spcAft>
              <a:buClr>
                <a:schemeClr val="accent3"/>
              </a:buClr>
              <a:buSzPts val="1400"/>
              <a:buFont typeface="Tinos"/>
              <a:buChar char="■"/>
              <a:defRPr>
                <a:solidFill>
                  <a:schemeClr val="accent3"/>
                </a:solidFill>
                <a:latin typeface="Tinos"/>
                <a:ea typeface="Tinos"/>
                <a:cs typeface="Tinos"/>
                <a:sym typeface="Tinos"/>
              </a:defRPr>
            </a:lvl9pPr>
          </a:lstStyle>
          <a:p/>
        </p:txBody>
      </p:sp>
      <p:sp>
        <p:nvSpPr>
          <p:cNvPr id="8" name="Google Shape;8;p1"/>
          <p:cNvSpPr txBox="1"/>
          <p:nvPr>
            <p:ph idx="12" type="sldNum"/>
          </p:nvPr>
        </p:nvSpPr>
        <p:spPr>
          <a:xfrm>
            <a:off x="8490250" y="4681009"/>
            <a:ext cx="548700" cy="393600"/>
          </a:xfrm>
          <a:prstGeom prst="rect">
            <a:avLst/>
          </a:prstGeom>
          <a:noFill/>
          <a:ln>
            <a:noFill/>
          </a:ln>
        </p:spPr>
        <p:txBody>
          <a:bodyPr anchorCtr="0" anchor="ctr" bIns="91425" lIns="91425" spcFirstLastPara="1" rIns="91425" wrap="square" tIns="91425">
            <a:noAutofit/>
          </a:bodyPr>
          <a:lstStyle>
            <a:lvl1pPr lvl="0" algn="r">
              <a:buNone/>
              <a:defRPr sz="1000">
                <a:solidFill>
                  <a:schemeClr val="accent3"/>
                </a:solidFill>
                <a:latin typeface="Tinos"/>
                <a:ea typeface="Tinos"/>
                <a:cs typeface="Tinos"/>
                <a:sym typeface="Tinos"/>
              </a:defRPr>
            </a:lvl1pPr>
            <a:lvl2pPr lvl="1" algn="r">
              <a:buNone/>
              <a:defRPr sz="1000">
                <a:solidFill>
                  <a:schemeClr val="accent3"/>
                </a:solidFill>
                <a:latin typeface="Tinos"/>
                <a:ea typeface="Tinos"/>
                <a:cs typeface="Tinos"/>
                <a:sym typeface="Tinos"/>
              </a:defRPr>
            </a:lvl2pPr>
            <a:lvl3pPr lvl="2" algn="r">
              <a:buNone/>
              <a:defRPr sz="1000">
                <a:solidFill>
                  <a:schemeClr val="accent3"/>
                </a:solidFill>
                <a:latin typeface="Tinos"/>
                <a:ea typeface="Tinos"/>
                <a:cs typeface="Tinos"/>
                <a:sym typeface="Tinos"/>
              </a:defRPr>
            </a:lvl3pPr>
            <a:lvl4pPr lvl="3" algn="r">
              <a:buNone/>
              <a:defRPr sz="1000">
                <a:solidFill>
                  <a:schemeClr val="accent3"/>
                </a:solidFill>
                <a:latin typeface="Tinos"/>
                <a:ea typeface="Tinos"/>
                <a:cs typeface="Tinos"/>
                <a:sym typeface="Tinos"/>
              </a:defRPr>
            </a:lvl4pPr>
            <a:lvl5pPr lvl="4" algn="r">
              <a:buNone/>
              <a:defRPr sz="1000">
                <a:solidFill>
                  <a:schemeClr val="accent3"/>
                </a:solidFill>
                <a:latin typeface="Tinos"/>
                <a:ea typeface="Tinos"/>
                <a:cs typeface="Tinos"/>
                <a:sym typeface="Tinos"/>
              </a:defRPr>
            </a:lvl5pPr>
            <a:lvl6pPr lvl="5" algn="r">
              <a:buNone/>
              <a:defRPr sz="1000">
                <a:solidFill>
                  <a:schemeClr val="accent3"/>
                </a:solidFill>
                <a:latin typeface="Tinos"/>
                <a:ea typeface="Tinos"/>
                <a:cs typeface="Tinos"/>
                <a:sym typeface="Tinos"/>
              </a:defRPr>
            </a:lvl6pPr>
            <a:lvl7pPr lvl="6" algn="r">
              <a:buNone/>
              <a:defRPr sz="1000">
                <a:solidFill>
                  <a:schemeClr val="accent3"/>
                </a:solidFill>
                <a:latin typeface="Tinos"/>
                <a:ea typeface="Tinos"/>
                <a:cs typeface="Tinos"/>
                <a:sym typeface="Tinos"/>
              </a:defRPr>
            </a:lvl7pPr>
            <a:lvl8pPr lvl="7" algn="r">
              <a:buNone/>
              <a:defRPr sz="1000">
                <a:solidFill>
                  <a:schemeClr val="accent3"/>
                </a:solidFill>
                <a:latin typeface="Tinos"/>
                <a:ea typeface="Tinos"/>
                <a:cs typeface="Tinos"/>
                <a:sym typeface="Tinos"/>
              </a:defRPr>
            </a:lvl8pPr>
            <a:lvl9pPr lvl="8" algn="r">
              <a:buNone/>
              <a:defRPr sz="1000">
                <a:solidFill>
                  <a:schemeClr val="accent3"/>
                </a:solidFill>
                <a:latin typeface="Tinos"/>
                <a:ea typeface="Tinos"/>
                <a:cs typeface="Tinos"/>
                <a:sym typeface="Tinos"/>
              </a:defRPr>
            </a:lvl9pPr>
          </a:lstStyle>
          <a:p>
            <a:pPr indent="0" lvl="0" marL="0" rtl="0" algn="r">
              <a:spcBef>
                <a:spcPts val="0"/>
              </a:spcBef>
              <a:spcAft>
                <a:spcPts val="0"/>
              </a:spcAft>
              <a:buNone/>
            </a:pPr>
            <a:fld id="{00000000-1234-1234-1234-123412341234}" type="slidenum">
              <a:rPr lang="vi"/>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comments" Target="../comments/comment1.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 name="Shape 58"/>
        <p:cNvGrpSpPr/>
        <p:nvPr/>
      </p:nvGrpSpPr>
      <p:grpSpPr>
        <a:xfrm>
          <a:off x="0" y="0"/>
          <a:ext cx="0" cy="0"/>
          <a:chOff x="0" y="0"/>
          <a:chExt cx="0" cy="0"/>
        </a:xfrm>
      </p:grpSpPr>
      <p:sp>
        <p:nvSpPr>
          <p:cNvPr id="59" name="Google Shape;59;p13"/>
          <p:cNvSpPr txBox="1"/>
          <p:nvPr>
            <p:ph type="ctrTitle"/>
          </p:nvPr>
        </p:nvSpPr>
        <p:spPr>
          <a:xfrm>
            <a:off x="671258" y="990800"/>
            <a:ext cx="7801500" cy="17301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vi"/>
              <a:t>Customer Churn Analytics And Prediction</a:t>
            </a:r>
            <a:endParaRPr/>
          </a:p>
        </p:txBody>
      </p:sp>
      <p:sp>
        <p:nvSpPr>
          <p:cNvPr id="60" name="Google Shape;60;p13"/>
          <p:cNvSpPr txBox="1"/>
          <p:nvPr>
            <p:ph idx="1" type="subTitle"/>
          </p:nvPr>
        </p:nvSpPr>
        <p:spPr>
          <a:xfrm>
            <a:off x="671250" y="3174876"/>
            <a:ext cx="7801500" cy="7926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vi">
                <a:latin typeface="Tinos"/>
                <a:ea typeface="Tinos"/>
                <a:cs typeface="Tinos"/>
                <a:sym typeface="Tinos"/>
              </a:rPr>
              <a:t>2026</a:t>
            </a:r>
            <a:endParaRPr>
              <a:latin typeface="Tinos"/>
              <a:ea typeface="Tinos"/>
              <a:cs typeface="Tinos"/>
              <a:sym typeface="Tinos"/>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 name="Shape 64"/>
        <p:cNvGrpSpPr/>
        <p:nvPr/>
      </p:nvGrpSpPr>
      <p:grpSpPr>
        <a:xfrm>
          <a:off x="0" y="0"/>
          <a:ext cx="0" cy="0"/>
          <a:chOff x="0" y="0"/>
          <a:chExt cx="0" cy="0"/>
        </a:xfrm>
      </p:grpSpPr>
      <p:sp>
        <p:nvSpPr>
          <p:cNvPr id="65" name="Google Shape;65;p14"/>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
              <a:t>Hiểu rõ vấn đề</a:t>
            </a:r>
            <a:endParaRPr/>
          </a:p>
        </p:txBody>
      </p:sp>
      <p:grpSp>
        <p:nvGrpSpPr>
          <p:cNvPr id="66" name="Google Shape;66;p14"/>
          <p:cNvGrpSpPr/>
          <p:nvPr/>
        </p:nvGrpSpPr>
        <p:grpSpPr>
          <a:xfrm>
            <a:off x="3311275" y="1228700"/>
            <a:ext cx="2628925" cy="3416400"/>
            <a:chOff x="431925" y="1304875"/>
            <a:chExt cx="2628925" cy="3416400"/>
          </a:xfrm>
        </p:grpSpPr>
        <p:sp>
          <p:nvSpPr>
            <p:cNvPr id="67" name="Google Shape;67;p14"/>
            <p:cNvSpPr txBox="1"/>
            <p:nvPr/>
          </p:nvSpPr>
          <p:spPr>
            <a:xfrm>
              <a:off x="431925" y="1304875"/>
              <a:ext cx="2628900" cy="4641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14"/>
            <p:cNvSpPr/>
            <p:nvPr/>
          </p:nvSpPr>
          <p:spPr>
            <a:xfrm>
              <a:off x="431950" y="1304875"/>
              <a:ext cx="2628900" cy="34164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9" name="Google Shape;69;p14"/>
          <p:cNvSpPr txBox="1"/>
          <p:nvPr>
            <p:ph idx="4294967295" type="body"/>
          </p:nvPr>
        </p:nvSpPr>
        <p:spPr>
          <a:xfrm>
            <a:off x="3385775" y="1228700"/>
            <a:ext cx="2494500" cy="461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
                <a:solidFill>
                  <a:schemeClr val="lt1"/>
                </a:solidFill>
                <a:latin typeface="Oswald SemiBold"/>
                <a:ea typeface="Oswald SemiBold"/>
                <a:cs typeface="Oswald SemiBold"/>
                <a:sym typeface="Oswald SemiBold"/>
              </a:rPr>
              <a:t>Vấn Đề:</a:t>
            </a:r>
            <a:endParaRPr>
              <a:solidFill>
                <a:schemeClr val="lt1"/>
              </a:solidFill>
              <a:latin typeface="Oswald SemiBold"/>
              <a:ea typeface="Oswald SemiBold"/>
              <a:cs typeface="Oswald SemiBold"/>
              <a:sym typeface="Oswald SemiBold"/>
            </a:endParaRPr>
          </a:p>
        </p:txBody>
      </p:sp>
      <p:sp>
        <p:nvSpPr>
          <p:cNvPr id="70" name="Google Shape;70;p14"/>
          <p:cNvSpPr txBox="1"/>
          <p:nvPr>
            <p:ph idx="4294967295" type="body"/>
          </p:nvPr>
        </p:nvSpPr>
        <p:spPr>
          <a:xfrm>
            <a:off x="3387675" y="1774125"/>
            <a:ext cx="2478600" cy="2794800"/>
          </a:xfrm>
          <a:prstGeom prst="rect">
            <a:avLst/>
          </a:prstGeom>
        </p:spPr>
        <p:txBody>
          <a:bodyPr anchorCtr="0" anchor="t" bIns="91425" lIns="91425" spcFirstLastPara="1" rIns="91425" wrap="square" tIns="91425">
            <a:noAutofit/>
          </a:bodyPr>
          <a:lstStyle/>
          <a:p>
            <a:pPr indent="0" lvl="0" marL="0" rtl="0" algn="l">
              <a:spcBef>
                <a:spcPts val="1000"/>
              </a:spcBef>
              <a:spcAft>
                <a:spcPts val="1000"/>
              </a:spcAft>
              <a:buNone/>
            </a:pPr>
            <a:r>
              <a:rPr lang="vi">
                <a:solidFill>
                  <a:srgbClr val="CCCCCC"/>
                </a:solidFill>
                <a:latin typeface="Oswald"/>
                <a:ea typeface="Oswald"/>
                <a:cs typeface="Oswald"/>
                <a:sym typeface="Oswald"/>
              </a:rPr>
              <a:t>Giữ chân khách hàng là yếu tố sống còn trong TMĐT. Chi phí để có một khách hàng mới cao hơn nhiều so với việc giữ chân khách hàng cũ.</a:t>
            </a:r>
            <a:endParaRPr>
              <a:latin typeface="Oswald"/>
              <a:ea typeface="Oswald"/>
              <a:cs typeface="Oswald"/>
              <a:sym typeface="Oswald"/>
            </a:endParaRPr>
          </a:p>
        </p:txBody>
      </p:sp>
      <p:grpSp>
        <p:nvGrpSpPr>
          <p:cNvPr id="71" name="Google Shape;71;p14"/>
          <p:cNvGrpSpPr/>
          <p:nvPr/>
        </p:nvGrpSpPr>
        <p:grpSpPr>
          <a:xfrm>
            <a:off x="6199800" y="1228700"/>
            <a:ext cx="2632500" cy="3416400"/>
            <a:chOff x="3320450" y="1304875"/>
            <a:chExt cx="2632500" cy="3416400"/>
          </a:xfrm>
        </p:grpSpPr>
        <p:sp>
          <p:nvSpPr>
            <p:cNvPr id="72" name="Google Shape;72;p14"/>
            <p:cNvSpPr txBox="1"/>
            <p:nvPr/>
          </p:nvSpPr>
          <p:spPr>
            <a:xfrm>
              <a:off x="3324050" y="1304875"/>
              <a:ext cx="2628900" cy="4641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14"/>
            <p:cNvSpPr/>
            <p:nvPr/>
          </p:nvSpPr>
          <p:spPr>
            <a:xfrm>
              <a:off x="3320450" y="1304875"/>
              <a:ext cx="2628900" cy="34164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4" name="Google Shape;74;p14"/>
          <p:cNvSpPr txBox="1"/>
          <p:nvPr>
            <p:ph idx="4294967295" type="body"/>
          </p:nvPr>
        </p:nvSpPr>
        <p:spPr>
          <a:xfrm>
            <a:off x="6268800" y="1228700"/>
            <a:ext cx="2494500" cy="461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
                <a:solidFill>
                  <a:schemeClr val="lt1"/>
                </a:solidFill>
                <a:latin typeface="Oswald SemiBold"/>
                <a:ea typeface="Oswald SemiBold"/>
                <a:cs typeface="Oswald SemiBold"/>
                <a:sym typeface="Oswald SemiBold"/>
              </a:rPr>
              <a:t>Hành động:</a:t>
            </a:r>
            <a:endParaRPr>
              <a:solidFill>
                <a:schemeClr val="lt1"/>
              </a:solidFill>
              <a:latin typeface="Oswald SemiBold"/>
              <a:ea typeface="Oswald SemiBold"/>
              <a:cs typeface="Oswald SemiBold"/>
              <a:sym typeface="Oswald SemiBold"/>
            </a:endParaRPr>
          </a:p>
        </p:txBody>
      </p:sp>
      <p:sp>
        <p:nvSpPr>
          <p:cNvPr id="75" name="Google Shape;75;p14"/>
          <p:cNvSpPr txBox="1"/>
          <p:nvPr>
            <p:ph idx="4294967295" type="body"/>
          </p:nvPr>
        </p:nvSpPr>
        <p:spPr>
          <a:xfrm>
            <a:off x="6276125" y="1774125"/>
            <a:ext cx="2478600" cy="2794800"/>
          </a:xfrm>
          <a:prstGeom prst="rect">
            <a:avLst/>
          </a:prstGeom>
        </p:spPr>
        <p:txBody>
          <a:bodyPr anchorCtr="0" anchor="t" bIns="91425" lIns="91425" spcFirstLastPara="1" rIns="91425" wrap="square" tIns="91425">
            <a:noAutofit/>
          </a:bodyPr>
          <a:lstStyle/>
          <a:p>
            <a:pPr indent="0" lvl="0" marL="0" rtl="0" algn="l">
              <a:spcBef>
                <a:spcPts val="1000"/>
              </a:spcBef>
              <a:spcAft>
                <a:spcPts val="0"/>
              </a:spcAft>
              <a:buNone/>
            </a:pPr>
            <a:r>
              <a:rPr lang="vi" sz="1600">
                <a:solidFill>
                  <a:srgbClr val="CCCCCC"/>
                </a:solidFill>
                <a:latin typeface="Oswald"/>
                <a:ea typeface="Oswald"/>
                <a:cs typeface="Oswald"/>
                <a:sym typeface="Oswald"/>
              </a:rPr>
              <a:t>Xác định các yếu tố ảnh hưởng đến việc khách hàng rời bỏ.</a:t>
            </a:r>
            <a:endParaRPr sz="1600">
              <a:solidFill>
                <a:srgbClr val="CCCCCC"/>
              </a:solidFill>
              <a:latin typeface="Oswald"/>
              <a:ea typeface="Oswald"/>
              <a:cs typeface="Oswald"/>
              <a:sym typeface="Oswald"/>
            </a:endParaRPr>
          </a:p>
          <a:p>
            <a:pPr indent="0" lvl="0" marL="0" rtl="0" algn="l">
              <a:spcBef>
                <a:spcPts val="1000"/>
              </a:spcBef>
              <a:spcAft>
                <a:spcPts val="0"/>
              </a:spcAft>
              <a:buNone/>
            </a:pPr>
            <a:r>
              <a:rPr lang="vi" sz="1600">
                <a:solidFill>
                  <a:srgbClr val="CCCCCC"/>
                </a:solidFill>
                <a:latin typeface="Oswald"/>
                <a:ea typeface="Oswald"/>
                <a:cs typeface="Oswald"/>
                <a:sym typeface="Oswald"/>
              </a:rPr>
              <a:t>Phân khúc khách hàng dựa trên xác suất rời bỏ.</a:t>
            </a:r>
            <a:endParaRPr sz="1600">
              <a:solidFill>
                <a:srgbClr val="CCCCCC"/>
              </a:solidFill>
              <a:latin typeface="Oswald"/>
              <a:ea typeface="Oswald"/>
              <a:cs typeface="Oswald"/>
              <a:sym typeface="Oswald"/>
            </a:endParaRPr>
          </a:p>
          <a:p>
            <a:pPr indent="0" lvl="0" marL="0" rtl="0" algn="l">
              <a:spcBef>
                <a:spcPts val="1000"/>
              </a:spcBef>
              <a:spcAft>
                <a:spcPts val="1000"/>
              </a:spcAft>
              <a:buNone/>
            </a:pPr>
            <a:r>
              <a:rPr lang="vi" sz="1600">
                <a:solidFill>
                  <a:srgbClr val="CCCCCC"/>
                </a:solidFill>
                <a:latin typeface="Oswald"/>
                <a:ea typeface="Oswald"/>
                <a:cs typeface="Oswald"/>
                <a:sym typeface="Oswald"/>
              </a:rPr>
              <a:t>Xây dựng mô hình dự đoán để xác định sớm các khách hàng có nguy cơ cao.</a:t>
            </a:r>
            <a:endParaRPr sz="1600">
              <a:latin typeface="Oswald"/>
              <a:ea typeface="Oswald"/>
              <a:cs typeface="Oswald"/>
              <a:sym typeface="Oswald"/>
            </a:endParaRPr>
          </a:p>
        </p:txBody>
      </p:sp>
      <p:grpSp>
        <p:nvGrpSpPr>
          <p:cNvPr id="76" name="Google Shape;76;p14"/>
          <p:cNvGrpSpPr/>
          <p:nvPr/>
        </p:nvGrpSpPr>
        <p:grpSpPr>
          <a:xfrm>
            <a:off x="419175" y="1228700"/>
            <a:ext cx="2632500" cy="3416400"/>
            <a:chOff x="6212550" y="1304875"/>
            <a:chExt cx="2632500" cy="3416400"/>
          </a:xfrm>
        </p:grpSpPr>
        <p:sp>
          <p:nvSpPr>
            <p:cNvPr id="77" name="Google Shape;77;p14"/>
            <p:cNvSpPr/>
            <p:nvPr/>
          </p:nvSpPr>
          <p:spPr>
            <a:xfrm>
              <a:off x="6215400" y="1304875"/>
              <a:ext cx="2628900" cy="34164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14"/>
            <p:cNvSpPr txBox="1"/>
            <p:nvPr/>
          </p:nvSpPr>
          <p:spPr>
            <a:xfrm>
              <a:off x="6212550" y="1304875"/>
              <a:ext cx="2632500" cy="4641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9" name="Google Shape;79;p14"/>
          <p:cNvSpPr txBox="1"/>
          <p:nvPr>
            <p:ph idx="4294967295" type="body"/>
          </p:nvPr>
        </p:nvSpPr>
        <p:spPr>
          <a:xfrm>
            <a:off x="479100" y="1228700"/>
            <a:ext cx="2494500" cy="461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
                <a:solidFill>
                  <a:schemeClr val="lt1"/>
                </a:solidFill>
                <a:latin typeface="Oswald SemiBold"/>
                <a:ea typeface="Oswald SemiBold"/>
                <a:cs typeface="Oswald SemiBold"/>
                <a:sym typeface="Oswald SemiBold"/>
              </a:rPr>
              <a:t>Câu Chuyện:</a:t>
            </a:r>
            <a:endParaRPr>
              <a:solidFill>
                <a:schemeClr val="lt1"/>
              </a:solidFill>
              <a:latin typeface="Oswald SemiBold"/>
              <a:ea typeface="Oswald SemiBold"/>
              <a:cs typeface="Oswald SemiBold"/>
              <a:sym typeface="Oswald SemiBold"/>
            </a:endParaRPr>
          </a:p>
        </p:txBody>
      </p:sp>
      <p:sp>
        <p:nvSpPr>
          <p:cNvPr id="80" name="Google Shape;80;p14"/>
          <p:cNvSpPr txBox="1"/>
          <p:nvPr>
            <p:ph idx="4294967295" type="body"/>
          </p:nvPr>
        </p:nvSpPr>
        <p:spPr>
          <a:xfrm>
            <a:off x="493025" y="1774125"/>
            <a:ext cx="2478600" cy="2794800"/>
          </a:xfrm>
          <a:prstGeom prst="rect">
            <a:avLst/>
          </a:prstGeom>
        </p:spPr>
        <p:txBody>
          <a:bodyPr anchorCtr="0" anchor="t" bIns="91425" lIns="91425" spcFirstLastPara="1" rIns="91425" wrap="square" tIns="91425">
            <a:noAutofit/>
          </a:bodyPr>
          <a:lstStyle/>
          <a:p>
            <a:pPr indent="0" lvl="0" marL="0" rtl="0" algn="l">
              <a:spcBef>
                <a:spcPts val="1000"/>
              </a:spcBef>
              <a:spcAft>
                <a:spcPts val="1000"/>
              </a:spcAft>
              <a:buNone/>
            </a:pPr>
            <a:r>
              <a:rPr i="1" lang="vi" sz="1600">
                <a:solidFill>
                  <a:srgbClr val="CCCCCC"/>
                </a:solidFill>
                <a:latin typeface="Oswald"/>
                <a:ea typeface="Oswald"/>
                <a:cs typeface="Oswald"/>
                <a:sym typeface="Oswald"/>
              </a:rPr>
              <a:t>Dữ liệu của chúng ta kể một câu chuyện về sự tương tác và sự không hài lòng. Phân tích này giúp chúng ta hiểu rõ các "tín hiệu" đó.</a:t>
            </a:r>
            <a:endParaRPr sz="1600">
              <a:latin typeface="Oswald"/>
              <a:ea typeface="Oswald"/>
              <a:cs typeface="Oswald"/>
              <a:sym typeface="Oswa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5"/>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
              <a:t>Tổng quan dữ liệu</a:t>
            </a:r>
            <a:endParaRPr/>
          </a:p>
        </p:txBody>
      </p:sp>
      <p:sp>
        <p:nvSpPr>
          <p:cNvPr id="86" name="Google Shape;86;p15"/>
          <p:cNvSpPr txBox="1"/>
          <p:nvPr>
            <p:ph idx="1" type="body"/>
          </p:nvPr>
        </p:nvSpPr>
        <p:spPr>
          <a:xfrm>
            <a:off x="311700" y="1152475"/>
            <a:ext cx="8520600" cy="3416400"/>
          </a:xfrm>
          <a:prstGeom prst="rect">
            <a:avLst/>
          </a:prstGeom>
        </p:spPr>
        <p:txBody>
          <a:bodyPr anchorCtr="0" anchor="t" bIns="91425" lIns="91425" spcFirstLastPara="1" rIns="91425" wrap="square" tIns="91425">
            <a:noAutofit/>
          </a:bodyPr>
          <a:lstStyle/>
          <a:p>
            <a:pPr indent="-342900" lvl="0" marL="457200" rtl="0" algn="l">
              <a:spcBef>
                <a:spcPts val="1000"/>
              </a:spcBef>
              <a:spcAft>
                <a:spcPts val="0"/>
              </a:spcAft>
              <a:buClr>
                <a:srgbClr val="CCCCCC"/>
              </a:buClr>
              <a:buSzPts val="1800"/>
              <a:buFont typeface="Arial"/>
              <a:buChar char="●"/>
            </a:pPr>
            <a:r>
              <a:rPr lang="vi">
                <a:solidFill>
                  <a:srgbClr val="CCCCCC"/>
                </a:solidFill>
                <a:latin typeface="Oswald"/>
                <a:ea typeface="Oswald"/>
                <a:cs typeface="Oswald"/>
                <a:sym typeface="Oswald"/>
              </a:rPr>
              <a:t>Nguồn: Kaggle - "E-commerce Customer Behavior Dataset".</a:t>
            </a:r>
            <a:endParaRPr>
              <a:solidFill>
                <a:srgbClr val="CCCCCC"/>
              </a:solidFill>
              <a:latin typeface="Oswald"/>
              <a:ea typeface="Oswald"/>
              <a:cs typeface="Oswald"/>
              <a:sym typeface="Oswald"/>
            </a:endParaRPr>
          </a:p>
          <a:p>
            <a:pPr indent="-342900" lvl="0" marL="457200" rtl="0" algn="l">
              <a:spcBef>
                <a:spcPts val="0"/>
              </a:spcBef>
              <a:spcAft>
                <a:spcPts val="0"/>
              </a:spcAft>
              <a:buClr>
                <a:srgbClr val="CCCCCC"/>
              </a:buClr>
              <a:buSzPts val="1800"/>
              <a:buFont typeface="Arial"/>
              <a:buChar char="●"/>
            </a:pPr>
            <a:r>
              <a:rPr lang="vi">
                <a:solidFill>
                  <a:srgbClr val="CCCCCC"/>
                </a:solidFill>
                <a:latin typeface="Oswald"/>
                <a:ea typeface="Oswald"/>
                <a:cs typeface="Oswald"/>
                <a:sym typeface="Oswald"/>
              </a:rPr>
              <a:t>Số lượng: 50,000 dòng dữ liệu khách hàng.</a:t>
            </a:r>
            <a:endParaRPr>
              <a:solidFill>
                <a:srgbClr val="CCCCCC"/>
              </a:solidFill>
              <a:latin typeface="Oswald"/>
              <a:ea typeface="Oswald"/>
              <a:cs typeface="Oswald"/>
              <a:sym typeface="Oswald"/>
            </a:endParaRPr>
          </a:p>
          <a:p>
            <a:pPr indent="-342900" lvl="0" marL="457200" rtl="0" algn="l">
              <a:spcBef>
                <a:spcPts val="0"/>
              </a:spcBef>
              <a:spcAft>
                <a:spcPts val="0"/>
              </a:spcAft>
              <a:buClr>
                <a:srgbClr val="CCCCCC"/>
              </a:buClr>
              <a:buSzPts val="1800"/>
              <a:buFont typeface="Oswald"/>
              <a:buChar char="●"/>
            </a:pPr>
            <a:r>
              <a:rPr lang="vi">
                <a:solidFill>
                  <a:srgbClr val="CCCCCC"/>
                </a:solidFill>
                <a:latin typeface="Oswald"/>
                <a:ea typeface="Oswald"/>
                <a:cs typeface="Oswald"/>
                <a:sym typeface="Oswald"/>
              </a:rPr>
              <a:t>Các thuộc tính chính (Key Features):</a:t>
            </a:r>
            <a:endParaRPr>
              <a:solidFill>
                <a:srgbClr val="CCCCCC"/>
              </a:solidFill>
              <a:latin typeface="Oswald"/>
              <a:ea typeface="Oswald"/>
              <a:cs typeface="Oswald"/>
              <a:sym typeface="Oswald"/>
            </a:endParaRPr>
          </a:p>
          <a:p>
            <a:pPr indent="-342900" lvl="1" marL="914400" rtl="0" algn="l">
              <a:spcBef>
                <a:spcPts val="0"/>
              </a:spcBef>
              <a:spcAft>
                <a:spcPts val="0"/>
              </a:spcAft>
              <a:buClr>
                <a:srgbClr val="CCCCCC"/>
              </a:buClr>
              <a:buSzPts val="1800"/>
              <a:buFont typeface="Arial"/>
              <a:buChar char="○"/>
            </a:pPr>
            <a:r>
              <a:rPr lang="vi" sz="1800">
                <a:solidFill>
                  <a:srgbClr val="CCCCCC"/>
                </a:solidFill>
                <a:latin typeface="Oswald"/>
                <a:ea typeface="Oswald"/>
                <a:cs typeface="Oswald"/>
                <a:sym typeface="Oswald"/>
              </a:rPr>
              <a:t>Nhân khẩu học: Age, Gender, Country, City.</a:t>
            </a:r>
            <a:endParaRPr sz="1800">
              <a:solidFill>
                <a:srgbClr val="CCCCCC"/>
              </a:solidFill>
              <a:latin typeface="Oswald"/>
              <a:ea typeface="Oswald"/>
              <a:cs typeface="Oswald"/>
              <a:sym typeface="Oswald"/>
            </a:endParaRPr>
          </a:p>
          <a:p>
            <a:pPr indent="-342900" lvl="1" marL="914400" rtl="0" algn="l">
              <a:spcBef>
                <a:spcPts val="0"/>
              </a:spcBef>
              <a:spcAft>
                <a:spcPts val="0"/>
              </a:spcAft>
              <a:buClr>
                <a:srgbClr val="CCCCCC"/>
              </a:buClr>
              <a:buSzPts val="1800"/>
              <a:buFont typeface="Arial"/>
              <a:buChar char="○"/>
            </a:pPr>
            <a:r>
              <a:rPr lang="vi" sz="1800">
                <a:solidFill>
                  <a:srgbClr val="CCCCCC"/>
                </a:solidFill>
                <a:latin typeface="Oswald"/>
                <a:ea typeface="Oswald"/>
                <a:cs typeface="Oswald"/>
                <a:sym typeface="Oswald"/>
              </a:rPr>
              <a:t>Hành vi trên web: Session Duration, Pages Per Session, Cart Abandonment Rate.</a:t>
            </a:r>
            <a:endParaRPr sz="1800">
              <a:solidFill>
                <a:srgbClr val="CCCCCC"/>
              </a:solidFill>
              <a:latin typeface="Oswald"/>
              <a:ea typeface="Oswald"/>
              <a:cs typeface="Oswald"/>
              <a:sym typeface="Oswald"/>
            </a:endParaRPr>
          </a:p>
          <a:p>
            <a:pPr indent="-342900" lvl="1" marL="914400" rtl="0" algn="l">
              <a:spcBef>
                <a:spcPts val="0"/>
              </a:spcBef>
              <a:spcAft>
                <a:spcPts val="0"/>
              </a:spcAft>
              <a:buClr>
                <a:srgbClr val="CCCCCC"/>
              </a:buClr>
              <a:buSzPts val="1800"/>
              <a:buFont typeface="Arial"/>
              <a:buChar char="○"/>
            </a:pPr>
            <a:r>
              <a:rPr lang="vi" sz="1800">
                <a:solidFill>
                  <a:srgbClr val="CCCCCC"/>
                </a:solidFill>
                <a:latin typeface="Oswald"/>
                <a:ea typeface="Oswald"/>
                <a:cs typeface="Oswald"/>
                <a:sym typeface="Oswald"/>
              </a:rPr>
              <a:t>Tương tác: Customer Service Calls, Product Reviews, Social Media Engagement.</a:t>
            </a:r>
            <a:endParaRPr sz="1800">
              <a:solidFill>
                <a:srgbClr val="CCCCCC"/>
              </a:solidFill>
              <a:latin typeface="Oswald"/>
              <a:ea typeface="Oswald"/>
              <a:cs typeface="Oswald"/>
              <a:sym typeface="Oswald"/>
            </a:endParaRPr>
          </a:p>
          <a:p>
            <a:pPr indent="-342900" lvl="1" marL="914400" rtl="0" algn="l">
              <a:spcBef>
                <a:spcPts val="0"/>
              </a:spcBef>
              <a:spcAft>
                <a:spcPts val="0"/>
              </a:spcAft>
              <a:buClr>
                <a:srgbClr val="CCCCCC"/>
              </a:buClr>
              <a:buSzPts val="1800"/>
              <a:buFont typeface="Arial"/>
              <a:buChar char="○"/>
            </a:pPr>
            <a:r>
              <a:rPr lang="vi" sz="1800">
                <a:solidFill>
                  <a:srgbClr val="CCCCCC"/>
                </a:solidFill>
                <a:latin typeface="Oswald"/>
                <a:ea typeface="Oswald"/>
                <a:cs typeface="Oswald"/>
                <a:sym typeface="Oswald"/>
              </a:rPr>
              <a:t>Giao dịch: Total Purchases, Average Order Value, Days Since Last Purchase.</a:t>
            </a:r>
            <a:endParaRPr sz="1800">
              <a:solidFill>
                <a:srgbClr val="CCCCCC"/>
              </a:solidFill>
              <a:latin typeface="Oswald"/>
              <a:ea typeface="Oswald"/>
              <a:cs typeface="Oswald"/>
              <a:sym typeface="Oswald"/>
            </a:endParaRPr>
          </a:p>
          <a:p>
            <a:pPr indent="-342900" lvl="1" marL="914400" rtl="0" algn="l">
              <a:spcBef>
                <a:spcPts val="0"/>
              </a:spcBef>
              <a:spcAft>
                <a:spcPts val="0"/>
              </a:spcAft>
              <a:buClr>
                <a:srgbClr val="CCCCCC"/>
              </a:buClr>
              <a:buSzPts val="1800"/>
              <a:buFont typeface="Arial"/>
              <a:buChar char="○"/>
            </a:pPr>
            <a:r>
              <a:rPr lang="vi" sz="1800">
                <a:solidFill>
                  <a:srgbClr val="CCCCCC"/>
                </a:solidFill>
                <a:latin typeface="Oswald"/>
                <a:ea typeface="Oswald"/>
                <a:cs typeface="Oswald"/>
                <a:sym typeface="Oswald"/>
              </a:rPr>
              <a:t>Biến mục tiêu (Target): </a:t>
            </a:r>
            <a:r>
              <a:rPr lang="vi" sz="1800">
                <a:solidFill>
                  <a:srgbClr val="D0D0D0"/>
                </a:solidFill>
                <a:highlight>
                  <a:srgbClr val="3C3C3C"/>
                </a:highlight>
                <a:latin typeface="Oswald"/>
                <a:ea typeface="Oswald"/>
                <a:cs typeface="Oswald"/>
                <a:sym typeface="Oswald"/>
              </a:rPr>
              <a:t>Churned</a:t>
            </a:r>
            <a:r>
              <a:rPr lang="vi" sz="1800">
                <a:solidFill>
                  <a:srgbClr val="CCCCCC"/>
                </a:solidFill>
                <a:latin typeface="Oswald"/>
                <a:ea typeface="Oswald"/>
                <a:cs typeface="Oswald"/>
                <a:sym typeface="Oswald"/>
              </a:rPr>
              <a:t> (1: Rời bỏ, 0: Ở lại).</a:t>
            </a:r>
            <a:endParaRPr sz="1800">
              <a:solidFill>
                <a:srgbClr val="CCCCCC"/>
              </a:solidFill>
              <a:latin typeface="Oswald"/>
              <a:ea typeface="Oswald"/>
              <a:cs typeface="Oswald"/>
              <a:sym typeface="Oswald"/>
            </a:endParaRPr>
          </a:p>
          <a:p>
            <a:pPr indent="0" lvl="0" marL="0" rtl="0" algn="l">
              <a:spcBef>
                <a:spcPts val="1000"/>
              </a:spcBef>
              <a:spcAft>
                <a:spcPts val="1600"/>
              </a:spcAft>
              <a:buNone/>
            </a:pPr>
            <a:r>
              <a:t/>
            </a:r>
            <a:endParaRPr b="1" sz="1400">
              <a:solidFill>
                <a:srgbClr val="CCCCCC"/>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sp>
        <p:nvSpPr>
          <p:cNvPr id="91" name="Google Shape;91;p16"/>
          <p:cNvSpPr txBox="1"/>
          <p:nvPr>
            <p:ph type="title"/>
          </p:nvPr>
        </p:nvSpPr>
        <p:spPr>
          <a:xfrm>
            <a:off x="265500" y="409326"/>
            <a:ext cx="4045200" cy="3695100"/>
          </a:xfrm>
          <a:prstGeom prst="rect">
            <a:avLst/>
          </a:prstGeom>
        </p:spPr>
        <p:txBody>
          <a:bodyPr anchorCtr="0" anchor="t" bIns="91425" lIns="91425" spcFirstLastPara="1" rIns="91425" wrap="square" tIns="91425">
            <a:noAutofit/>
          </a:bodyPr>
          <a:lstStyle/>
          <a:p>
            <a:pPr indent="0" lvl="0" marL="0" rtl="0" algn="l">
              <a:lnSpc>
                <a:spcPct val="115000"/>
              </a:lnSpc>
              <a:spcBef>
                <a:spcPts val="1000"/>
              </a:spcBef>
              <a:spcAft>
                <a:spcPts val="0"/>
              </a:spcAft>
              <a:buNone/>
            </a:pPr>
            <a:r>
              <a:rPr lang="vi" sz="1800">
                <a:solidFill>
                  <a:srgbClr val="CCCCCC"/>
                </a:solidFill>
              </a:rPr>
              <a:t>Mục tiêu: </a:t>
            </a:r>
            <a:endParaRPr sz="1800">
              <a:solidFill>
                <a:srgbClr val="CCCCCC"/>
              </a:solidFill>
            </a:endParaRPr>
          </a:p>
          <a:p>
            <a:pPr indent="-342900" lvl="0" marL="457200" rtl="0" algn="l">
              <a:lnSpc>
                <a:spcPct val="115000"/>
              </a:lnSpc>
              <a:spcBef>
                <a:spcPts val="1000"/>
              </a:spcBef>
              <a:spcAft>
                <a:spcPts val="0"/>
              </a:spcAft>
              <a:buClr>
                <a:srgbClr val="CCCCCC"/>
              </a:buClr>
              <a:buSzPts val="1800"/>
              <a:buFont typeface="Arial"/>
              <a:buChar char="●"/>
            </a:pPr>
            <a:r>
              <a:rPr lang="vi" sz="1800">
                <a:solidFill>
                  <a:srgbClr val="CCCCCC"/>
                </a:solidFill>
              </a:rPr>
              <a:t>Tìm ra những yếu tố nào có mối tương quan mạnh nhất với việc khách hàng rời bỏ.</a:t>
            </a:r>
            <a:endParaRPr sz="1800">
              <a:solidFill>
                <a:srgbClr val="CCCCCC"/>
              </a:solidFill>
            </a:endParaRPr>
          </a:p>
          <a:p>
            <a:pPr indent="0" lvl="0" marL="0" rtl="0" algn="l">
              <a:lnSpc>
                <a:spcPct val="115000"/>
              </a:lnSpc>
              <a:spcBef>
                <a:spcPts val="1000"/>
              </a:spcBef>
              <a:spcAft>
                <a:spcPts val="0"/>
              </a:spcAft>
              <a:buNone/>
            </a:pPr>
            <a:r>
              <a:rPr lang="vi" sz="1800">
                <a:solidFill>
                  <a:srgbClr val="CCCCCC"/>
                </a:solidFill>
              </a:rPr>
              <a:t>Phương pháp: </a:t>
            </a:r>
            <a:endParaRPr sz="1800">
              <a:solidFill>
                <a:srgbClr val="CCCCCC"/>
              </a:solidFill>
            </a:endParaRPr>
          </a:p>
          <a:p>
            <a:pPr indent="-342900" lvl="0" marL="457200" rtl="0" algn="l">
              <a:lnSpc>
                <a:spcPct val="115000"/>
              </a:lnSpc>
              <a:spcBef>
                <a:spcPts val="1000"/>
              </a:spcBef>
              <a:spcAft>
                <a:spcPts val="0"/>
              </a:spcAft>
              <a:buClr>
                <a:srgbClr val="CCCCCC"/>
              </a:buClr>
              <a:buSzPts val="1800"/>
              <a:buFont typeface="Arial"/>
              <a:buChar char="●"/>
            </a:pPr>
            <a:r>
              <a:rPr lang="vi" sz="1800">
                <a:solidFill>
                  <a:srgbClr val="CCCCCC"/>
                </a:solidFill>
              </a:rPr>
              <a:t>Tính toán hệ số tương quan Pearson.</a:t>
            </a:r>
            <a:endParaRPr sz="1800"/>
          </a:p>
        </p:txBody>
      </p:sp>
      <p:sp>
        <p:nvSpPr>
          <p:cNvPr id="92" name="Google Shape;92;p16"/>
          <p:cNvSpPr txBox="1"/>
          <p:nvPr>
            <p:ph idx="2" type="body"/>
          </p:nvPr>
        </p:nvSpPr>
        <p:spPr>
          <a:xfrm>
            <a:off x="4892850" y="409300"/>
            <a:ext cx="3837000" cy="36951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vi">
                <a:latin typeface="Oswald"/>
                <a:ea typeface="Oswald"/>
                <a:cs typeface="Oswald"/>
                <a:sym typeface="Oswald"/>
              </a:rPr>
              <a:t>Kết quả nổi bật:</a:t>
            </a:r>
            <a:endParaRPr>
              <a:latin typeface="Oswald"/>
              <a:ea typeface="Oswald"/>
              <a:cs typeface="Oswald"/>
              <a:sym typeface="Oswald"/>
            </a:endParaRPr>
          </a:p>
          <a:p>
            <a:pPr indent="-317500" lvl="0" marL="457200" rtl="0" algn="l">
              <a:spcBef>
                <a:spcPts val="1600"/>
              </a:spcBef>
              <a:spcAft>
                <a:spcPts val="0"/>
              </a:spcAft>
              <a:buSzPts val="1400"/>
              <a:buFont typeface="Oswald"/>
              <a:buChar char="●"/>
            </a:pPr>
            <a:r>
              <a:rPr lang="vi" sz="1400">
                <a:latin typeface="Oswald"/>
                <a:ea typeface="Oswald"/>
                <a:cs typeface="Oswald"/>
                <a:sym typeface="Oswald"/>
              </a:rPr>
              <a:t>Tương quan dương (Tăng khả năng rời bỏ):</a:t>
            </a:r>
            <a:endParaRPr sz="1400">
              <a:latin typeface="Oswald"/>
              <a:ea typeface="Oswald"/>
              <a:cs typeface="Oswald"/>
              <a:sym typeface="Oswald"/>
            </a:endParaRPr>
          </a:p>
          <a:p>
            <a:pPr indent="-317500" lvl="1" marL="914400" rtl="0" algn="l">
              <a:spcBef>
                <a:spcPts val="0"/>
              </a:spcBef>
              <a:spcAft>
                <a:spcPts val="0"/>
              </a:spcAft>
              <a:buSzPts val="1400"/>
              <a:buFont typeface="Oswald"/>
              <a:buChar char="○"/>
            </a:pPr>
            <a:r>
              <a:rPr lang="vi">
                <a:latin typeface="Oswald"/>
                <a:ea typeface="Oswald"/>
                <a:cs typeface="Oswald"/>
                <a:sym typeface="Oswald"/>
              </a:rPr>
              <a:t>Customer_Service_Calls (0.29): Càng gọi nhiều, càng dễ rời đi.</a:t>
            </a:r>
            <a:endParaRPr>
              <a:latin typeface="Oswald"/>
              <a:ea typeface="Oswald"/>
              <a:cs typeface="Oswald"/>
              <a:sym typeface="Oswald"/>
            </a:endParaRPr>
          </a:p>
          <a:p>
            <a:pPr indent="-317500" lvl="1" marL="914400" rtl="0" algn="l">
              <a:spcBef>
                <a:spcPts val="0"/>
              </a:spcBef>
              <a:spcAft>
                <a:spcPts val="0"/>
              </a:spcAft>
              <a:buSzPts val="1400"/>
              <a:buFont typeface="Oswald"/>
              <a:buChar char="○"/>
            </a:pPr>
            <a:r>
              <a:rPr lang="vi">
                <a:latin typeface="Oswald"/>
                <a:ea typeface="Oswald"/>
                <a:cs typeface="Oswald"/>
                <a:sym typeface="Oswald"/>
              </a:rPr>
              <a:t>Cart_Abandonment_Rate (0.28): Tỷ lệ bỏ giỏ hàng cao là một dấu hiệu xấu.</a:t>
            </a:r>
            <a:endParaRPr>
              <a:latin typeface="Oswald"/>
              <a:ea typeface="Oswald"/>
              <a:cs typeface="Oswald"/>
              <a:sym typeface="Oswald"/>
            </a:endParaRPr>
          </a:p>
          <a:p>
            <a:pPr indent="0" lvl="0" marL="0" rtl="0" algn="l">
              <a:spcBef>
                <a:spcPts val="0"/>
              </a:spcBef>
              <a:spcAft>
                <a:spcPts val="0"/>
              </a:spcAft>
              <a:buNone/>
            </a:pPr>
            <a:r>
              <a:t/>
            </a:r>
            <a:endParaRPr sz="1400">
              <a:latin typeface="Oswald"/>
              <a:ea typeface="Oswald"/>
              <a:cs typeface="Oswald"/>
              <a:sym typeface="Oswald"/>
            </a:endParaRPr>
          </a:p>
          <a:p>
            <a:pPr indent="-317500" lvl="0" marL="457200" rtl="0" algn="l">
              <a:spcBef>
                <a:spcPts val="0"/>
              </a:spcBef>
              <a:spcAft>
                <a:spcPts val="0"/>
              </a:spcAft>
              <a:buSzPts val="1400"/>
              <a:buFont typeface="Oswald"/>
              <a:buChar char="●"/>
            </a:pPr>
            <a:r>
              <a:rPr lang="vi" sz="1400">
                <a:latin typeface="Oswald"/>
                <a:ea typeface="Oswald"/>
                <a:cs typeface="Oswald"/>
                <a:sym typeface="Oswald"/>
              </a:rPr>
              <a:t>Tương quan âm (Giảm khả năng rời bỏ):</a:t>
            </a:r>
            <a:endParaRPr sz="1400">
              <a:latin typeface="Oswald"/>
              <a:ea typeface="Oswald"/>
              <a:cs typeface="Oswald"/>
              <a:sym typeface="Oswald"/>
            </a:endParaRPr>
          </a:p>
          <a:p>
            <a:pPr indent="-317500" lvl="1" marL="914400" rtl="0" algn="l">
              <a:spcBef>
                <a:spcPts val="0"/>
              </a:spcBef>
              <a:spcAft>
                <a:spcPts val="0"/>
              </a:spcAft>
              <a:buSzPts val="1400"/>
              <a:buFont typeface="Oswald"/>
              <a:buChar char="○"/>
            </a:pPr>
            <a:r>
              <a:rPr lang="vi">
                <a:latin typeface="Oswald"/>
                <a:ea typeface="Oswald"/>
                <a:cs typeface="Oswald"/>
                <a:sym typeface="Oswald"/>
              </a:rPr>
              <a:t>Pages_Per_Session (-0.22) &amp; Session_Duration_Avg (-0.22):  Tương tác càng nhiều, càng trung thành.</a:t>
            </a:r>
            <a:endParaRPr>
              <a:latin typeface="Oswald"/>
              <a:ea typeface="Oswald"/>
              <a:cs typeface="Oswald"/>
              <a:sym typeface="Oswald"/>
            </a:endParaRPr>
          </a:p>
          <a:p>
            <a:pPr indent="-317500" lvl="1" marL="914400" rtl="0" algn="l">
              <a:spcBef>
                <a:spcPts val="0"/>
              </a:spcBef>
              <a:spcAft>
                <a:spcPts val="0"/>
              </a:spcAft>
              <a:buSzPts val="1400"/>
              <a:buFont typeface="Oswald"/>
              <a:buChar char="○"/>
            </a:pPr>
            <a:r>
              <a:rPr lang="vi">
                <a:latin typeface="Oswald"/>
                <a:ea typeface="Oswald"/>
                <a:cs typeface="Oswald"/>
                <a:sym typeface="Oswald"/>
              </a:rPr>
              <a:t>Login_Frequency (-0.20): Đăng nhập thường xuyên cho thấy sự gắn bó</a:t>
            </a:r>
            <a:endParaRPr>
              <a:latin typeface="Oswald"/>
              <a:ea typeface="Oswald"/>
              <a:cs typeface="Oswald"/>
              <a:sym typeface="Oswald"/>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 name="Shape 96"/>
        <p:cNvGrpSpPr/>
        <p:nvPr/>
      </p:nvGrpSpPr>
      <p:grpSpPr>
        <a:xfrm>
          <a:off x="0" y="0"/>
          <a:ext cx="0" cy="0"/>
          <a:chOff x="0" y="0"/>
          <a:chExt cx="0" cy="0"/>
        </a:xfrm>
      </p:grpSpPr>
      <p:pic>
        <p:nvPicPr>
          <p:cNvPr id="97" name="Google Shape;97;p17"/>
          <p:cNvPicPr preferRelativeResize="0"/>
          <p:nvPr/>
        </p:nvPicPr>
        <p:blipFill rotWithShape="1">
          <a:blip r:embed="rId4">
            <a:alphaModFix/>
          </a:blip>
          <a:srcRect b="0" l="11759" r="8138" t="0"/>
          <a:stretch/>
        </p:blipFill>
        <p:spPr>
          <a:xfrm>
            <a:off x="0" y="0"/>
            <a:ext cx="9143999"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18"/>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vi" sz="1800">
                <a:solidFill>
                  <a:srgbClr val="CCCCCC"/>
                </a:solidFill>
              </a:rPr>
              <a:t>Tỷ lệ churn gần như không có sự khác biệt lớn giữa các giới tính hoặc quý đăng ký. Điều này cho thấy các yếu tố hành vi quan trọng hơn.</a:t>
            </a:r>
            <a:endParaRPr sz="1800">
              <a:solidFill>
                <a:schemeClr val="accent3"/>
              </a:solidFill>
            </a:endParaRPr>
          </a:p>
          <a:p>
            <a:pPr indent="0" lvl="0" marL="0" rtl="0" algn="l">
              <a:spcBef>
                <a:spcPts val="1600"/>
              </a:spcBef>
              <a:spcAft>
                <a:spcPts val="0"/>
              </a:spcAft>
              <a:buNone/>
            </a:pPr>
            <a:r>
              <a:t/>
            </a:r>
            <a:endParaRPr/>
          </a:p>
        </p:txBody>
      </p:sp>
      <p:sp>
        <p:nvSpPr>
          <p:cNvPr id="103" name="Google Shape;103;p18"/>
          <p:cNvSpPr txBox="1"/>
          <p:nvPr>
            <p:ph idx="1" type="body"/>
          </p:nvPr>
        </p:nvSpPr>
        <p:spPr>
          <a:xfrm>
            <a:off x="311700" y="1152475"/>
            <a:ext cx="3999900" cy="34164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t/>
            </a:r>
            <a:endParaRPr/>
          </a:p>
        </p:txBody>
      </p:sp>
      <p:sp>
        <p:nvSpPr>
          <p:cNvPr id="104" name="Google Shape;104;p18"/>
          <p:cNvSpPr txBox="1"/>
          <p:nvPr>
            <p:ph idx="2" type="body"/>
          </p:nvPr>
        </p:nvSpPr>
        <p:spPr>
          <a:xfrm>
            <a:off x="5694000" y="1152475"/>
            <a:ext cx="3138300" cy="34164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t/>
            </a:r>
            <a:endParaRPr sz="1800">
              <a:latin typeface="Oswald"/>
              <a:ea typeface="Oswald"/>
              <a:cs typeface="Oswald"/>
              <a:sym typeface="Oswald"/>
            </a:endParaRPr>
          </a:p>
        </p:txBody>
      </p:sp>
      <p:pic>
        <p:nvPicPr>
          <p:cNvPr id="105" name="Google Shape;105;p18"/>
          <p:cNvPicPr preferRelativeResize="0"/>
          <p:nvPr/>
        </p:nvPicPr>
        <p:blipFill>
          <a:blip r:embed="rId3">
            <a:alphaModFix/>
          </a:blip>
          <a:stretch>
            <a:fillRect/>
          </a:stretch>
        </p:blipFill>
        <p:spPr>
          <a:xfrm>
            <a:off x="215325" y="1222537"/>
            <a:ext cx="4192650" cy="3276276"/>
          </a:xfrm>
          <a:prstGeom prst="rect">
            <a:avLst/>
          </a:prstGeom>
          <a:noFill/>
          <a:ln>
            <a:noFill/>
          </a:ln>
        </p:spPr>
      </p:pic>
      <p:pic>
        <p:nvPicPr>
          <p:cNvPr id="106" name="Google Shape;106;p18"/>
          <p:cNvPicPr preferRelativeResize="0"/>
          <p:nvPr/>
        </p:nvPicPr>
        <p:blipFill>
          <a:blip r:embed="rId4">
            <a:alphaModFix/>
          </a:blip>
          <a:stretch>
            <a:fillRect/>
          </a:stretch>
        </p:blipFill>
        <p:spPr>
          <a:xfrm>
            <a:off x="4677025" y="1152475"/>
            <a:ext cx="4332701" cy="338569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p19"/>
          <p:cNvSpPr txBox="1"/>
          <p:nvPr>
            <p:ph idx="1" type="body"/>
          </p:nvPr>
        </p:nvSpPr>
        <p:spPr>
          <a:xfrm>
            <a:off x="311700" y="4230575"/>
            <a:ext cx="6722100" cy="6051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vi" sz="1800">
                <a:solidFill>
                  <a:srgbClr val="CCCCCC"/>
                </a:solidFill>
              </a:rPr>
              <a:t>Khách hàng rời bỏ (Churned=1) có trung vị số cuộc gọi hỗ trợ cao hơn đáng kể. Đây là một chỉ báo mạnh mẽ về sự không hài lòng.</a:t>
            </a:r>
            <a:endParaRPr sz="1800"/>
          </a:p>
        </p:txBody>
      </p:sp>
      <p:pic>
        <p:nvPicPr>
          <p:cNvPr id="112" name="Google Shape;112;p19"/>
          <p:cNvPicPr preferRelativeResize="0"/>
          <p:nvPr/>
        </p:nvPicPr>
        <p:blipFill>
          <a:blip r:embed="rId3">
            <a:alphaModFix/>
          </a:blip>
          <a:stretch>
            <a:fillRect/>
          </a:stretch>
        </p:blipFill>
        <p:spPr>
          <a:xfrm>
            <a:off x="2110313" y="164075"/>
            <a:ext cx="4923367" cy="392577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 name="Shape 116"/>
        <p:cNvGrpSpPr/>
        <p:nvPr/>
      </p:nvGrpSpPr>
      <p:grpSpPr>
        <a:xfrm>
          <a:off x="0" y="0"/>
          <a:ext cx="0" cy="0"/>
          <a:chOff x="0" y="0"/>
          <a:chExt cx="0" cy="0"/>
        </a:xfrm>
      </p:grpSpPr>
      <p:sp>
        <p:nvSpPr>
          <p:cNvPr id="117" name="Google Shape;117;p20"/>
          <p:cNvSpPr txBox="1"/>
          <p:nvPr>
            <p:ph idx="4294967295" type="title"/>
          </p:nvPr>
        </p:nvSpPr>
        <p:spPr>
          <a:xfrm>
            <a:off x="311700" y="445025"/>
            <a:ext cx="8520600" cy="5727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200"/>
              </a:spcAft>
              <a:buNone/>
            </a:pPr>
            <a:r>
              <a:rPr lang="vi" sz="2400">
                <a:solidFill>
                  <a:srgbClr val="CCCCCC"/>
                </a:solidFill>
                <a:latin typeface="Oswald SemiBold"/>
                <a:ea typeface="Oswald SemiBold"/>
                <a:cs typeface="Oswald SemiBold"/>
                <a:sym typeface="Oswald SemiBold"/>
              </a:rPr>
              <a:t>Xây dựng Mô hình Dự đoán</a:t>
            </a:r>
            <a:endParaRPr sz="2400">
              <a:latin typeface="Oswald SemiBold"/>
              <a:ea typeface="Oswald SemiBold"/>
              <a:cs typeface="Oswald SemiBold"/>
              <a:sym typeface="Oswald SemiBold"/>
            </a:endParaRPr>
          </a:p>
        </p:txBody>
      </p:sp>
      <p:sp>
        <p:nvSpPr>
          <p:cNvPr id="118" name="Google Shape;118;p20"/>
          <p:cNvSpPr txBox="1"/>
          <p:nvPr>
            <p:ph idx="4294967295" type="body"/>
          </p:nvPr>
        </p:nvSpPr>
        <p:spPr>
          <a:xfrm>
            <a:off x="311700" y="1152475"/>
            <a:ext cx="3999900" cy="3416400"/>
          </a:xfrm>
          <a:prstGeom prst="rect">
            <a:avLst/>
          </a:prstGeom>
        </p:spPr>
        <p:txBody>
          <a:bodyPr anchorCtr="0" anchor="t" bIns="91425" lIns="91425" spcFirstLastPara="1" rIns="91425" wrap="square" tIns="91425">
            <a:noAutofit/>
          </a:bodyPr>
          <a:lstStyle/>
          <a:p>
            <a:pPr indent="-317500" lvl="0" marL="457200" rtl="0" algn="l">
              <a:spcBef>
                <a:spcPts val="1000"/>
              </a:spcBef>
              <a:spcAft>
                <a:spcPts val="0"/>
              </a:spcAft>
              <a:buClr>
                <a:srgbClr val="CCCCCC"/>
              </a:buClr>
              <a:buSzPts val="1400"/>
              <a:buFont typeface="Arial"/>
              <a:buChar char="●"/>
            </a:pPr>
            <a:r>
              <a:rPr lang="vi" sz="1400">
                <a:solidFill>
                  <a:srgbClr val="CCCCCC"/>
                </a:solidFill>
                <a:latin typeface="Oswald"/>
                <a:ea typeface="Oswald"/>
                <a:cs typeface="Oswald"/>
                <a:sym typeface="Oswald"/>
              </a:rPr>
              <a:t>Mô hình lựa chọn: Logistic Regression</a:t>
            </a:r>
            <a:endParaRPr sz="1400">
              <a:solidFill>
                <a:srgbClr val="CCCCCC"/>
              </a:solidFill>
              <a:latin typeface="Oswald"/>
              <a:ea typeface="Oswald"/>
              <a:cs typeface="Oswald"/>
              <a:sym typeface="Oswald"/>
            </a:endParaRPr>
          </a:p>
          <a:p>
            <a:pPr indent="-317500" lvl="1" marL="914400" rtl="0" algn="l">
              <a:spcBef>
                <a:spcPts val="0"/>
              </a:spcBef>
              <a:spcAft>
                <a:spcPts val="0"/>
              </a:spcAft>
              <a:buClr>
                <a:srgbClr val="CCCCCC"/>
              </a:buClr>
              <a:buSzPts val="1400"/>
              <a:buFont typeface="Oswald"/>
              <a:buChar char="○"/>
            </a:pPr>
            <a:r>
              <a:rPr lang="vi">
                <a:solidFill>
                  <a:srgbClr val="CCCCCC"/>
                </a:solidFill>
                <a:latin typeface="Oswald"/>
                <a:ea typeface="Oswald"/>
                <a:cs typeface="Oswald"/>
                <a:sym typeface="Oswald"/>
              </a:rPr>
              <a:t>Là một mô hình nền tảng tốt, dễ diễn giải và hiệu quả cho bài toán phân loại nhị phân.</a:t>
            </a:r>
            <a:endParaRPr>
              <a:solidFill>
                <a:srgbClr val="CCCCCC"/>
              </a:solidFill>
              <a:latin typeface="Oswald"/>
              <a:ea typeface="Oswald"/>
              <a:cs typeface="Oswald"/>
              <a:sym typeface="Oswald"/>
            </a:endParaRPr>
          </a:p>
          <a:p>
            <a:pPr indent="-317500" lvl="0" marL="457200" rtl="0" algn="l">
              <a:spcBef>
                <a:spcPts val="0"/>
              </a:spcBef>
              <a:spcAft>
                <a:spcPts val="0"/>
              </a:spcAft>
              <a:buClr>
                <a:srgbClr val="CCCCCC"/>
              </a:buClr>
              <a:buSzPts val="1400"/>
              <a:buFont typeface="Oswald"/>
              <a:buChar char="●"/>
            </a:pPr>
            <a:r>
              <a:rPr lang="vi" sz="1400">
                <a:solidFill>
                  <a:srgbClr val="CCCCCC"/>
                </a:solidFill>
                <a:latin typeface="Oswald"/>
                <a:ea typeface="Oswald"/>
                <a:cs typeface="Oswald"/>
                <a:sym typeface="Oswald"/>
              </a:rPr>
              <a:t>Chuẩn bị dữ liệu cho mô hình:</a:t>
            </a:r>
            <a:endParaRPr sz="1400">
              <a:solidFill>
                <a:srgbClr val="CCCCCC"/>
              </a:solidFill>
              <a:latin typeface="Oswald"/>
              <a:ea typeface="Oswald"/>
              <a:cs typeface="Oswald"/>
              <a:sym typeface="Oswald"/>
            </a:endParaRPr>
          </a:p>
          <a:p>
            <a:pPr indent="-317500" lvl="1" marL="914400" rtl="0" algn="l">
              <a:spcBef>
                <a:spcPts val="0"/>
              </a:spcBef>
              <a:spcAft>
                <a:spcPts val="0"/>
              </a:spcAft>
              <a:buClr>
                <a:srgbClr val="CCCCCC"/>
              </a:buClr>
              <a:buSzPts val="1400"/>
              <a:buFont typeface="Arial"/>
              <a:buChar char="○"/>
            </a:pPr>
            <a:r>
              <a:rPr lang="vi">
                <a:solidFill>
                  <a:srgbClr val="CCCCCC"/>
                </a:solidFill>
                <a:latin typeface="Oswald"/>
                <a:ea typeface="Oswald"/>
                <a:cs typeface="Oswald"/>
                <a:sym typeface="Oswald"/>
              </a:rPr>
              <a:t>One-Hot Encoding: Chuyển đổi các biến phân loại (Gender, City, Country...) thành dạng số.</a:t>
            </a:r>
            <a:endParaRPr>
              <a:solidFill>
                <a:srgbClr val="CCCCCC"/>
              </a:solidFill>
              <a:latin typeface="Oswald"/>
              <a:ea typeface="Oswald"/>
              <a:cs typeface="Oswald"/>
              <a:sym typeface="Oswald"/>
            </a:endParaRPr>
          </a:p>
          <a:p>
            <a:pPr indent="-317500" lvl="1" marL="914400" rtl="0" algn="l">
              <a:spcBef>
                <a:spcPts val="0"/>
              </a:spcBef>
              <a:spcAft>
                <a:spcPts val="0"/>
              </a:spcAft>
              <a:buClr>
                <a:srgbClr val="CCCCCC"/>
              </a:buClr>
              <a:buSzPts val="1400"/>
              <a:buFont typeface="Arial"/>
              <a:buChar char="○"/>
            </a:pPr>
            <a:r>
              <a:rPr lang="vi">
                <a:solidFill>
                  <a:srgbClr val="CCCCCC"/>
                </a:solidFill>
                <a:latin typeface="Oswald"/>
                <a:ea typeface="Oswald"/>
                <a:cs typeface="Oswald"/>
                <a:sym typeface="Oswald"/>
              </a:rPr>
              <a:t>Standard Scaling: Chuẩn hóa các biến số để chúng có cùng một thang đo.</a:t>
            </a:r>
            <a:endParaRPr>
              <a:solidFill>
                <a:srgbClr val="CCCCCC"/>
              </a:solidFill>
              <a:latin typeface="Oswald"/>
              <a:ea typeface="Oswald"/>
              <a:cs typeface="Oswald"/>
              <a:sym typeface="Oswald"/>
            </a:endParaRPr>
          </a:p>
          <a:p>
            <a:pPr indent="-317500" lvl="0" marL="457200" rtl="0" algn="l">
              <a:spcBef>
                <a:spcPts val="0"/>
              </a:spcBef>
              <a:spcAft>
                <a:spcPts val="0"/>
              </a:spcAft>
              <a:buClr>
                <a:srgbClr val="CCCCCC"/>
              </a:buClr>
              <a:buSzPts val="1400"/>
              <a:buFont typeface="Oswald"/>
              <a:buChar char="●"/>
            </a:pPr>
            <a:r>
              <a:rPr lang="vi" sz="1400">
                <a:solidFill>
                  <a:srgbClr val="CCCCCC"/>
                </a:solidFill>
                <a:latin typeface="Oswald"/>
                <a:ea typeface="Oswald"/>
                <a:cs typeface="Oswald"/>
                <a:sym typeface="Oswald"/>
              </a:rPr>
              <a:t>Phân chia dữ liệu:</a:t>
            </a:r>
            <a:endParaRPr sz="1400">
              <a:solidFill>
                <a:srgbClr val="CCCCCC"/>
              </a:solidFill>
              <a:latin typeface="Oswald"/>
              <a:ea typeface="Oswald"/>
              <a:cs typeface="Oswald"/>
              <a:sym typeface="Oswald"/>
            </a:endParaRPr>
          </a:p>
          <a:p>
            <a:pPr indent="-317500" lvl="1" marL="914400" rtl="0" algn="l">
              <a:spcBef>
                <a:spcPts val="0"/>
              </a:spcBef>
              <a:spcAft>
                <a:spcPts val="0"/>
              </a:spcAft>
              <a:buClr>
                <a:srgbClr val="CCCCCC"/>
              </a:buClr>
              <a:buSzPts val="1400"/>
              <a:buFont typeface="Oswald"/>
              <a:buChar char="○"/>
            </a:pPr>
            <a:r>
              <a:rPr lang="vi">
                <a:solidFill>
                  <a:srgbClr val="CCCCCC"/>
                </a:solidFill>
                <a:latin typeface="Oswald"/>
                <a:ea typeface="Oswald"/>
                <a:cs typeface="Oswald"/>
                <a:sym typeface="Oswald"/>
              </a:rPr>
              <a:t>80% cho tập Huấn luyện (Training set).</a:t>
            </a:r>
            <a:endParaRPr>
              <a:solidFill>
                <a:srgbClr val="CCCCCC"/>
              </a:solidFill>
              <a:latin typeface="Oswald"/>
              <a:ea typeface="Oswald"/>
              <a:cs typeface="Oswald"/>
              <a:sym typeface="Oswald"/>
            </a:endParaRPr>
          </a:p>
          <a:p>
            <a:pPr indent="-317500" lvl="1" marL="914400" rtl="0" algn="l">
              <a:spcBef>
                <a:spcPts val="0"/>
              </a:spcBef>
              <a:spcAft>
                <a:spcPts val="0"/>
              </a:spcAft>
              <a:buClr>
                <a:srgbClr val="CCCCCC"/>
              </a:buClr>
              <a:buSzPts val="1400"/>
              <a:buFont typeface="Oswald"/>
              <a:buChar char="○"/>
            </a:pPr>
            <a:r>
              <a:rPr lang="vi">
                <a:solidFill>
                  <a:srgbClr val="CCCCCC"/>
                </a:solidFill>
                <a:latin typeface="Oswald"/>
                <a:ea typeface="Oswald"/>
                <a:cs typeface="Oswald"/>
                <a:sym typeface="Oswald"/>
              </a:rPr>
              <a:t>20% cho tập Kiểm tra (Testing set).</a:t>
            </a:r>
            <a:endParaRPr>
              <a:solidFill>
                <a:schemeClr val="dk1"/>
              </a:solidFill>
              <a:latin typeface="Oswald"/>
              <a:ea typeface="Oswald"/>
              <a:cs typeface="Oswald"/>
              <a:sym typeface="Oswald"/>
            </a:endParaRPr>
          </a:p>
        </p:txBody>
      </p:sp>
      <p:sp>
        <p:nvSpPr>
          <p:cNvPr id="119" name="Google Shape;119;p20"/>
          <p:cNvSpPr txBox="1"/>
          <p:nvPr>
            <p:ph idx="4294967295" type="body"/>
          </p:nvPr>
        </p:nvSpPr>
        <p:spPr>
          <a:xfrm>
            <a:off x="5605050" y="4254475"/>
            <a:ext cx="689400" cy="314400"/>
          </a:xfrm>
          <a:prstGeom prst="rect">
            <a:avLst/>
          </a:prstGeom>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lang="vi" sz="1200">
                <a:solidFill>
                  <a:srgbClr val="CCCCCC"/>
                </a:solidFill>
                <a:latin typeface="Oswald SemiBold"/>
                <a:ea typeface="Oswald SemiBold"/>
                <a:cs typeface="Oswald SemiBold"/>
                <a:sym typeface="Oswald SemiBold"/>
              </a:rPr>
              <a:t>Recall</a:t>
            </a:r>
            <a:endParaRPr sz="1200">
              <a:latin typeface="Oswald SemiBold"/>
              <a:ea typeface="Oswald SemiBold"/>
              <a:cs typeface="Oswald SemiBold"/>
              <a:sym typeface="Oswald SemiBold"/>
            </a:endParaRPr>
          </a:p>
        </p:txBody>
      </p:sp>
      <p:sp>
        <p:nvSpPr>
          <p:cNvPr id="120" name="Google Shape;120;p20"/>
          <p:cNvSpPr/>
          <p:nvPr/>
        </p:nvSpPr>
        <p:spPr>
          <a:xfrm>
            <a:off x="5604900" y="1351054"/>
            <a:ext cx="689700" cy="17901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20"/>
          <p:cNvSpPr/>
          <p:nvPr/>
        </p:nvSpPr>
        <p:spPr>
          <a:xfrm>
            <a:off x="5604900" y="2959975"/>
            <a:ext cx="689700" cy="12945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20"/>
          <p:cNvSpPr txBox="1"/>
          <p:nvPr>
            <p:ph idx="4294967295" type="body"/>
          </p:nvPr>
        </p:nvSpPr>
        <p:spPr>
          <a:xfrm>
            <a:off x="5605175" y="3523813"/>
            <a:ext cx="689400" cy="314400"/>
          </a:xfrm>
          <a:prstGeom prst="rect">
            <a:avLst/>
          </a:prstGeom>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lang="vi" sz="1000">
                <a:solidFill>
                  <a:srgbClr val="000000"/>
                </a:solidFill>
                <a:latin typeface="Oswald"/>
                <a:ea typeface="Oswald"/>
                <a:cs typeface="Oswald"/>
                <a:sym typeface="Oswald"/>
              </a:rPr>
              <a:t>42.4%</a:t>
            </a:r>
            <a:endParaRPr sz="1400">
              <a:solidFill>
                <a:srgbClr val="000000"/>
              </a:solidFill>
              <a:latin typeface="Oswald"/>
              <a:ea typeface="Oswald"/>
              <a:cs typeface="Oswald"/>
              <a:sym typeface="Oswald"/>
            </a:endParaRPr>
          </a:p>
        </p:txBody>
      </p:sp>
      <p:sp>
        <p:nvSpPr>
          <p:cNvPr id="123" name="Google Shape;123;p20"/>
          <p:cNvSpPr txBox="1"/>
          <p:nvPr>
            <p:ph idx="4294967295" type="body"/>
          </p:nvPr>
        </p:nvSpPr>
        <p:spPr>
          <a:xfrm>
            <a:off x="6450951" y="4254475"/>
            <a:ext cx="689700" cy="314400"/>
          </a:xfrm>
          <a:prstGeom prst="rect">
            <a:avLst/>
          </a:prstGeom>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lang="vi" sz="1000">
                <a:solidFill>
                  <a:srgbClr val="CCCCCC"/>
                </a:solidFill>
                <a:latin typeface="Oswald SemiBold"/>
                <a:ea typeface="Oswald SemiBold"/>
                <a:cs typeface="Oswald SemiBold"/>
                <a:sym typeface="Oswald SemiBold"/>
              </a:rPr>
              <a:t>Precision</a:t>
            </a:r>
            <a:endParaRPr sz="1000">
              <a:latin typeface="Oswald SemiBold"/>
              <a:ea typeface="Oswald SemiBold"/>
              <a:cs typeface="Oswald SemiBold"/>
              <a:sym typeface="Oswald SemiBold"/>
            </a:endParaRPr>
          </a:p>
        </p:txBody>
      </p:sp>
      <p:sp>
        <p:nvSpPr>
          <p:cNvPr id="124" name="Google Shape;124;p20"/>
          <p:cNvSpPr/>
          <p:nvPr/>
        </p:nvSpPr>
        <p:spPr>
          <a:xfrm>
            <a:off x="6451000" y="1351048"/>
            <a:ext cx="689400" cy="1294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0"/>
          <p:cNvSpPr/>
          <p:nvPr/>
        </p:nvSpPr>
        <p:spPr>
          <a:xfrm>
            <a:off x="6451000" y="2465275"/>
            <a:ext cx="689400" cy="17901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 name="Google Shape;126;p20"/>
          <p:cNvSpPr txBox="1"/>
          <p:nvPr>
            <p:ph idx="4294967295" type="body"/>
          </p:nvPr>
        </p:nvSpPr>
        <p:spPr>
          <a:xfrm>
            <a:off x="6450975" y="3093125"/>
            <a:ext cx="689400" cy="314400"/>
          </a:xfrm>
          <a:prstGeom prst="rect">
            <a:avLst/>
          </a:prstGeom>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lang="vi" sz="1000">
                <a:solidFill>
                  <a:srgbClr val="000000"/>
                </a:solidFill>
                <a:latin typeface="Oswald"/>
                <a:ea typeface="Oswald"/>
                <a:cs typeface="Oswald"/>
                <a:sym typeface="Oswald"/>
              </a:rPr>
              <a:t>67.9%</a:t>
            </a:r>
            <a:endParaRPr sz="1400">
              <a:solidFill>
                <a:srgbClr val="000000"/>
              </a:solidFill>
              <a:latin typeface="Oswald"/>
              <a:ea typeface="Oswald"/>
              <a:cs typeface="Oswald"/>
              <a:sym typeface="Oswald"/>
            </a:endParaRPr>
          </a:p>
        </p:txBody>
      </p:sp>
      <p:sp>
        <p:nvSpPr>
          <p:cNvPr id="127" name="Google Shape;127;p20"/>
          <p:cNvSpPr txBox="1"/>
          <p:nvPr>
            <p:ph idx="4294967295" type="body"/>
          </p:nvPr>
        </p:nvSpPr>
        <p:spPr>
          <a:xfrm>
            <a:off x="7296925" y="4254475"/>
            <a:ext cx="689400" cy="314400"/>
          </a:xfrm>
          <a:prstGeom prst="rect">
            <a:avLst/>
          </a:prstGeom>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lang="vi" sz="1200">
                <a:solidFill>
                  <a:srgbClr val="CCCCCC"/>
                </a:solidFill>
                <a:latin typeface="Oswald"/>
                <a:ea typeface="Oswald"/>
                <a:cs typeface="Oswald"/>
                <a:sym typeface="Oswald"/>
              </a:rPr>
              <a:t>Accuracy</a:t>
            </a:r>
            <a:endParaRPr sz="1200">
              <a:latin typeface="Oswald"/>
              <a:ea typeface="Oswald"/>
              <a:cs typeface="Oswald"/>
              <a:sym typeface="Oswald"/>
            </a:endParaRPr>
          </a:p>
        </p:txBody>
      </p:sp>
      <p:sp>
        <p:nvSpPr>
          <p:cNvPr id="128" name="Google Shape;128;p20"/>
          <p:cNvSpPr/>
          <p:nvPr/>
        </p:nvSpPr>
        <p:spPr>
          <a:xfrm>
            <a:off x="7296825" y="1351077"/>
            <a:ext cx="689400" cy="712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 name="Google Shape;129;p20"/>
          <p:cNvSpPr/>
          <p:nvPr/>
        </p:nvSpPr>
        <p:spPr>
          <a:xfrm>
            <a:off x="7296825" y="2063575"/>
            <a:ext cx="689400" cy="21915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 name="Google Shape;130;p20"/>
          <p:cNvSpPr txBox="1"/>
          <p:nvPr>
            <p:ph idx="4294967295" type="body"/>
          </p:nvPr>
        </p:nvSpPr>
        <p:spPr>
          <a:xfrm>
            <a:off x="7291038" y="2645575"/>
            <a:ext cx="689400" cy="314400"/>
          </a:xfrm>
          <a:prstGeom prst="rect">
            <a:avLst/>
          </a:prstGeom>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lang="vi" sz="1000">
                <a:solidFill>
                  <a:srgbClr val="000000"/>
                </a:solidFill>
                <a:latin typeface="Oswald SemiBold"/>
                <a:ea typeface="Oswald SemiBold"/>
                <a:cs typeface="Oswald SemiBold"/>
                <a:sym typeface="Oswald SemiBold"/>
              </a:rPr>
              <a:t> 77.6%</a:t>
            </a:r>
            <a:endParaRPr sz="1400">
              <a:solidFill>
                <a:srgbClr val="000000"/>
              </a:solidFill>
              <a:latin typeface="Oswald SemiBold"/>
              <a:ea typeface="Oswald SemiBold"/>
              <a:cs typeface="Oswald SemiBold"/>
              <a:sym typeface="Oswald SemiBold"/>
            </a:endParaRPr>
          </a:p>
        </p:txBody>
      </p:sp>
      <p:sp>
        <p:nvSpPr>
          <p:cNvPr id="131" name="Google Shape;131;p20"/>
          <p:cNvSpPr txBox="1"/>
          <p:nvPr>
            <p:ph idx="4294967295" type="body"/>
          </p:nvPr>
        </p:nvSpPr>
        <p:spPr>
          <a:xfrm>
            <a:off x="8142900" y="4254475"/>
            <a:ext cx="689400" cy="314400"/>
          </a:xfrm>
          <a:prstGeom prst="rect">
            <a:avLst/>
          </a:prstGeom>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lang="vi" sz="1000">
                <a:solidFill>
                  <a:srgbClr val="CCCCCC"/>
                </a:solidFill>
                <a:latin typeface="Oswald SemiBold"/>
                <a:ea typeface="Oswald SemiBold"/>
                <a:cs typeface="Oswald SemiBold"/>
                <a:sym typeface="Oswald SemiBold"/>
              </a:rPr>
              <a:t>ROC AUC</a:t>
            </a:r>
            <a:endParaRPr sz="1000">
              <a:latin typeface="Oswald SemiBold"/>
              <a:ea typeface="Oswald SemiBold"/>
              <a:cs typeface="Oswald SemiBold"/>
              <a:sym typeface="Oswald SemiBold"/>
            </a:endParaRPr>
          </a:p>
        </p:txBody>
      </p:sp>
      <p:sp>
        <p:nvSpPr>
          <p:cNvPr id="132" name="Google Shape;132;p20"/>
          <p:cNvSpPr/>
          <p:nvPr/>
        </p:nvSpPr>
        <p:spPr>
          <a:xfrm>
            <a:off x="8131150" y="1351056"/>
            <a:ext cx="689700" cy="5727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20"/>
          <p:cNvSpPr/>
          <p:nvPr/>
        </p:nvSpPr>
        <p:spPr>
          <a:xfrm>
            <a:off x="8131300" y="1923750"/>
            <a:ext cx="689400" cy="23313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20"/>
          <p:cNvSpPr txBox="1"/>
          <p:nvPr>
            <p:ph idx="4294967295" type="body"/>
          </p:nvPr>
        </p:nvSpPr>
        <p:spPr>
          <a:xfrm>
            <a:off x="8142650" y="2645575"/>
            <a:ext cx="689400" cy="314400"/>
          </a:xfrm>
          <a:prstGeom prst="rect">
            <a:avLst/>
          </a:prstGeom>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lang="vi" sz="1200">
                <a:solidFill>
                  <a:srgbClr val="000000"/>
                </a:solidFill>
                <a:latin typeface="Oswald"/>
                <a:ea typeface="Oswald"/>
                <a:cs typeface="Oswald"/>
                <a:sym typeface="Oswald"/>
              </a:rPr>
              <a:t>0.79 </a:t>
            </a:r>
            <a:endParaRPr sz="1200">
              <a:solidFill>
                <a:srgbClr val="000000"/>
              </a:solidFill>
              <a:latin typeface="Oswald"/>
              <a:ea typeface="Oswald"/>
              <a:cs typeface="Oswald"/>
              <a:sym typeface="Oswald"/>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21"/>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 sz="2400">
                <a:solidFill>
                  <a:srgbClr val="CCCCCC"/>
                </a:solidFill>
                <a:latin typeface="Oswald SemiBold"/>
                <a:ea typeface="Oswald SemiBold"/>
                <a:cs typeface="Oswald SemiBold"/>
                <a:sym typeface="Oswald SemiBold"/>
              </a:rPr>
              <a:t>Confusion Matrix và ROC Curve</a:t>
            </a:r>
            <a:endParaRPr sz="2400">
              <a:latin typeface="Oswald SemiBold"/>
              <a:ea typeface="Oswald SemiBold"/>
              <a:cs typeface="Oswald SemiBold"/>
              <a:sym typeface="Oswald SemiBold"/>
            </a:endParaRPr>
          </a:p>
        </p:txBody>
      </p:sp>
      <p:pic>
        <p:nvPicPr>
          <p:cNvPr id="140" name="Google Shape;140;p21"/>
          <p:cNvPicPr preferRelativeResize="0"/>
          <p:nvPr/>
        </p:nvPicPr>
        <p:blipFill>
          <a:blip r:embed="rId3">
            <a:alphaModFix/>
          </a:blip>
          <a:stretch>
            <a:fillRect/>
          </a:stretch>
        </p:blipFill>
        <p:spPr>
          <a:xfrm>
            <a:off x="152400" y="1170125"/>
            <a:ext cx="4292500" cy="3820975"/>
          </a:xfrm>
          <a:prstGeom prst="rect">
            <a:avLst/>
          </a:prstGeom>
          <a:noFill/>
          <a:ln>
            <a:noFill/>
          </a:ln>
        </p:spPr>
      </p:pic>
      <p:pic>
        <p:nvPicPr>
          <p:cNvPr id="141" name="Google Shape;141;p21"/>
          <p:cNvPicPr preferRelativeResize="0"/>
          <p:nvPr/>
        </p:nvPicPr>
        <p:blipFill>
          <a:blip r:embed="rId4">
            <a:alphaModFix/>
          </a:blip>
          <a:stretch>
            <a:fillRect/>
          </a:stretch>
        </p:blipFill>
        <p:spPr>
          <a:xfrm>
            <a:off x="4597300" y="1170125"/>
            <a:ext cx="4358846" cy="3820976"/>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 name="Shape 145"/>
        <p:cNvGrpSpPr/>
        <p:nvPr/>
      </p:nvGrpSpPr>
      <p:grpSpPr>
        <a:xfrm>
          <a:off x="0" y="0"/>
          <a:ext cx="0" cy="0"/>
          <a:chOff x="0" y="0"/>
          <a:chExt cx="0" cy="0"/>
        </a:xfrm>
      </p:grpSpPr>
      <p:sp>
        <p:nvSpPr>
          <p:cNvPr id="146" name="Google Shape;146;p22"/>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200"/>
              </a:spcAft>
              <a:buNone/>
            </a:pPr>
            <a:r>
              <a:rPr lang="vi" sz="2400">
                <a:solidFill>
                  <a:srgbClr val="CCCCCC"/>
                </a:solidFill>
                <a:latin typeface="Oswald SemiBold"/>
                <a:ea typeface="Oswald SemiBold"/>
                <a:cs typeface="Oswald SemiBold"/>
                <a:sym typeface="Oswald SemiBold"/>
              </a:rPr>
              <a:t>Kết quả &amp; Thảo luận</a:t>
            </a:r>
            <a:endParaRPr sz="2400">
              <a:latin typeface="Oswald SemiBold"/>
              <a:ea typeface="Oswald SemiBold"/>
              <a:cs typeface="Oswald SemiBold"/>
              <a:sym typeface="Oswald SemiBold"/>
            </a:endParaRPr>
          </a:p>
        </p:txBody>
      </p:sp>
      <p:grpSp>
        <p:nvGrpSpPr>
          <p:cNvPr id="147" name="Google Shape;147;p22"/>
          <p:cNvGrpSpPr/>
          <p:nvPr/>
        </p:nvGrpSpPr>
        <p:grpSpPr>
          <a:xfrm>
            <a:off x="424825" y="1253970"/>
            <a:ext cx="8294372" cy="1597472"/>
            <a:chOff x="424813" y="1177875"/>
            <a:chExt cx="8294372" cy="849900"/>
          </a:xfrm>
        </p:grpSpPr>
        <p:sp>
          <p:nvSpPr>
            <p:cNvPr id="148" name="Google Shape;148;p22"/>
            <p:cNvSpPr/>
            <p:nvPr/>
          </p:nvSpPr>
          <p:spPr>
            <a:xfrm>
              <a:off x="2927684" y="1177875"/>
              <a:ext cx="5791500" cy="8499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 name="Google Shape;149;p22"/>
            <p:cNvSpPr/>
            <p:nvPr/>
          </p:nvSpPr>
          <p:spPr>
            <a:xfrm>
              <a:off x="424813" y="1177875"/>
              <a:ext cx="3055800" cy="849900"/>
            </a:xfrm>
            <a:prstGeom prst="homePlate">
              <a:avLst>
                <a:gd fmla="val 26719" name="adj"/>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50" name="Google Shape;150;p22"/>
          <p:cNvSpPr txBox="1"/>
          <p:nvPr>
            <p:ph idx="4294967295" type="body"/>
          </p:nvPr>
        </p:nvSpPr>
        <p:spPr>
          <a:xfrm>
            <a:off x="539675" y="1254432"/>
            <a:ext cx="2422500" cy="1596900"/>
          </a:xfrm>
          <a:prstGeom prst="rect">
            <a:avLst/>
          </a:prstGeom>
        </p:spPr>
        <p:txBody>
          <a:bodyPr anchorCtr="0" anchor="ctr" bIns="91425" lIns="91425" spcFirstLastPara="1" rIns="91425" wrap="square" tIns="91425">
            <a:noAutofit/>
          </a:bodyPr>
          <a:lstStyle/>
          <a:p>
            <a:pPr indent="0" lvl="0" marL="0" rtl="0" algn="l">
              <a:lnSpc>
                <a:spcPct val="100000"/>
              </a:lnSpc>
              <a:spcBef>
                <a:spcPts val="0"/>
              </a:spcBef>
              <a:spcAft>
                <a:spcPts val="0"/>
              </a:spcAft>
              <a:buNone/>
            </a:pPr>
            <a:r>
              <a:rPr lang="vi">
                <a:solidFill>
                  <a:srgbClr val="000000"/>
                </a:solidFill>
                <a:latin typeface="Oswald SemiBold"/>
                <a:ea typeface="Oswald SemiBold"/>
                <a:cs typeface="Oswald SemiBold"/>
                <a:sym typeface="Oswald SemiBold"/>
              </a:rPr>
              <a:t>Điểm mạnh của mô hình</a:t>
            </a:r>
            <a:endParaRPr>
              <a:solidFill>
                <a:srgbClr val="000000"/>
              </a:solidFill>
              <a:latin typeface="Oswald SemiBold"/>
              <a:ea typeface="Oswald SemiBold"/>
              <a:cs typeface="Oswald SemiBold"/>
              <a:sym typeface="Oswald SemiBold"/>
            </a:endParaRPr>
          </a:p>
        </p:txBody>
      </p:sp>
      <p:sp>
        <p:nvSpPr>
          <p:cNvPr id="151" name="Google Shape;151;p22"/>
          <p:cNvSpPr txBox="1"/>
          <p:nvPr>
            <p:ph idx="4294967295" type="body"/>
          </p:nvPr>
        </p:nvSpPr>
        <p:spPr>
          <a:xfrm>
            <a:off x="3480454" y="1254348"/>
            <a:ext cx="5111700" cy="1596900"/>
          </a:xfrm>
          <a:prstGeom prst="rect">
            <a:avLst/>
          </a:prstGeom>
        </p:spPr>
        <p:txBody>
          <a:bodyPr anchorCtr="0" anchor="ctr" bIns="91425" lIns="91425" spcFirstLastPara="1" rIns="91425" wrap="square" tIns="91425">
            <a:noAutofit/>
          </a:bodyPr>
          <a:lstStyle/>
          <a:p>
            <a:pPr indent="-317500" lvl="0" marL="457200" rtl="0" algn="l">
              <a:spcBef>
                <a:spcPts val="1000"/>
              </a:spcBef>
              <a:spcAft>
                <a:spcPts val="0"/>
              </a:spcAft>
              <a:buClr>
                <a:srgbClr val="000000"/>
              </a:buClr>
              <a:buSzPts val="1400"/>
              <a:buFont typeface="Arial"/>
              <a:buChar char="●"/>
            </a:pPr>
            <a:r>
              <a:rPr lang="vi" sz="1400">
                <a:solidFill>
                  <a:srgbClr val="000000"/>
                </a:solidFill>
                <a:latin typeface="Oswald"/>
                <a:ea typeface="Oswald"/>
                <a:cs typeface="Oswald"/>
                <a:sym typeface="Oswald"/>
              </a:rPr>
              <a:t>Mô hình làm rất tốt việc xác định những khách hàng </a:t>
            </a:r>
            <a:r>
              <a:rPr b="1" lang="vi" sz="1400">
                <a:solidFill>
                  <a:srgbClr val="000000"/>
                </a:solidFill>
                <a:latin typeface="Oswald"/>
                <a:ea typeface="Oswald"/>
                <a:cs typeface="Oswald"/>
                <a:sym typeface="Oswald"/>
              </a:rPr>
              <a:t>sẽ không rời đi</a:t>
            </a:r>
            <a:r>
              <a:rPr lang="vi" sz="1400">
                <a:solidFill>
                  <a:srgbClr val="000000"/>
                </a:solidFill>
                <a:latin typeface="Oswald"/>
                <a:ea typeface="Oswald"/>
                <a:cs typeface="Oswald"/>
                <a:sym typeface="Oswald"/>
              </a:rPr>
              <a:t> (True Negatives: 6530).</a:t>
            </a:r>
            <a:endParaRPr sz="1400">
              <a:solidFill>
                <a:srgbClr val="000000"/>
              </a:solidFill>
              <a:latin typeface="Oswald"/>
              <a:ea typeface="Oswald"/>
              <a:cs typeface="Oswald"/>
              <a:sym typeface="Oswald"/>
            </a:endParaRPr>
          </a:p>
        </p:txBody>
      </p:sp>
      <p:grpSp>
        <p:nvGrpSpPr>
          <p:cNvPr id="152" name="Google Shape;152;p22"/>
          <p:cNvGrpSpPr/>
          <p:nvPr/>
        </p:nvGrpSpPr>
        <p:grpSpPr>
          <a:xfrm>
            <a:off x="424826" y="3188790"/>
            <a:ext cx="8294360" cy="1597897"/>
            <a:chOff x="424813" y="2075689"/>
            <a:chExt cx="8294360" cy="849900"/>
          </a:xfrm>
        </p:grpSpPr>
        <p:sp>
          <p:nvSpPr>
            <p:cNvPr id="153" name="Google Shape;153;p22"/>
            <p:cNvSpPr/>
            <p:nvPr/>
          </p:nvSpPr>
          <p:spPr>
            <a:xfrm>
              <a:off x="2927672" y="2075689"/>
              <a:ext cx="5791500" cy="8499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22"/>
            <p:cNvSpPr/>
            <p:nvPr/>
          </p:nvSpPr>
          <p:spPr>
            <a:xfrm>
              <a:off x="424813" y="2075689"/>
              <a:ext cx="3055800" cy="849900"/>
            </a:xfrm>
            <a:prstGeom prst="homePlate">
              <a:avLst>
                <a:gd fmla="val 26719" name="adj"/>
              </a:avLst>
            </a:prstGeom>
            <a:solidFill>
              <a:srgbClr val="CC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55" name="Google Shape;155;p22"/>
          <p:cNvSpPr txBox="1"/>
          <p:nvPr>
            <p:ph idx="4294967295" type="body"/>
          </p:nvPr>
        </p:nvSpPr>
        <p:spPr>
          <a:xfrm>
            <a:off x="539675" y="3188958"/>
            <a:ext cx="2422500" cy="1597500"/>
          </a:xfrm>
          <a:prstGeom prst="rect">
            <a:avLst/>
          </a:prstGeom>
        </p:spPr>
        <p:txBody>
          <a:bodyPr anchorCtr="0" anchor="ctr" bIns="91425" lIns="91425" spcFirstLastPara="1" rIns="91425" wrap="square" tIns="91425">
            <a:noAutofit/>
          </a:bodyPr>
          <a:lstStyle/>
          <a:p>
            <a:pPr indent="0" lvl="0" marL="0" rtl="0" algn="l">
              <a:lnSpc>
                <a:spcPct val="100000"/>
              </a:lnSpc>
              <a:spcBef>
                <a:spcPts val="0"/>
              </a:spcBef>
              <a:spcAft>
                <a:spcPts val="0"/>
              </a:spcAft>
              <a:buNone/>
            </a:pPr>
            <a:r>
              <a:rPr lang="vi">
                <a:solidFill>
                  <a:srgbClr val="000000"/>
                </a:solidFill>
                <a:latin typeface="Oswald SemiBold"/>
                <a:ea typeface="Oswald SemiBold"/>
                <a:cs typeface="Oswald SemiBold"/>
                <a:sym typeface="Oswald SemiBold"/>
              </a:rPr>
              <a:t>Điểm yếu cần cải thiện</a:t>
            </a:r>
            <a:endParaRPr>
              <a:solidFill>
                <a:srgbClr val="000000"/>
              </a:solidFill>
              <a:latin typeface="Oswald SemiBold"/>
              <a:ea typeface="Oswald SemiBold"/>
              <a:cs typeface="Oswald SemiBold"/>
              <a:sym typeface="Oswald SemiBold"/>
            </a:endParaRPr>
          </a:p>
        </p:txBody>
      </p:sp>
      <p:sp>
        <p:nvSpPr>
          <p:cNvPr id="156" name="Google Shape;156;p22"/>
          <p:cNvSpPr txBox="1"/>
          <p:nvPr>
            <p:ph idx="4294967295" type="body"/>
          </p:nvPr>
        </p:nvSpPr>
        <p:spPr>
          <a:xfrm>
            <a:off x="3480449" y="3188987"/>
            <a:ext cx="5111700" cy="1597500"/>
          </a:xfrm>
          <a:prstGeom prst="rect">
            <a:avLst/>
          </a:prstGeom>
        </p:spPr>
        <p:txBody>
          <a:bodyPr anchorCtr="0" anchor="ctr" bIns="91425" lIns="91425" spcFirstLastPara="1" rIns="91425" wrap="square" tIns="91425">
            <a:noAutofit/>
          </a:bodyPr>
          <a:lstStyle/>
          <a:p>
            <a:pPr indent="-317500" lvl="0" marL="457200" rtl="0" algn="l">
              <a:spcBef>
                <a:spcPts val="1000"/>
              </a:spcBef>
              <a:spcAft>
                <a:spcPts val="0"/>
              </a:spcAft>
              <a:buClr>
                <a:srgbClr val="000000"/>
              </a:buClr>
              <a:buSzPts val="1400"/>
              <a:buFont typeface="Arial"/>
              <a:buChar char="●"/>
            </a:pPr>
            <a:r>
              <a:rPr b="1" lang="vi" sz="1400">
                <a:solidFill>
                  <a:srgbClr val="000000"/>
                </a:solidFill>
                <a:latin typeface="Oswald"/>
                <a:ea typeface="Oswald"/>
                <a:cs typeface="Oswald"/>
                <a:sym typeface="Oswald"/>
              </a:rPr>
              <a:t>Recall thấp (42.4%)</a:t>
            </a:r>
            <a:r>
              <a:rPr lang="vi" sz="1400">
                <a:solidFill>
                  <a:srgbClr val="000000"/>
                </a:solidFill>
                <a:latin typeface="Oswald"/>
                <a:ea typeface="Oswald"/>
                <a:cs typeface="Oswald"/>
                <a:sym typeface="Oswald"/>
              </a:rPr>
              <a:t> là vấn đề lớn nhất. Mô hình đã bỏ sót một lượng lớn khách hàng sắp rời đi (False Negatives: 1664).</a:t>
            </a:r>
            <a:endParaRPr sz="1400">
              <a:solidFill>
                <a:srgbClr val="000000"/>
              </a:solidFill>
              <a:latin typeface="Oswald"/>
              <a:ea typeface="Oswald"/>
              <a:cs typeface="Oswald"/>
              <a:sym typeface="Oswa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 name="Shape 160"/>
        <p:cNvGrpSpPr/>
        <p:nvPr/>
      </p:nvGrpSpPr>
      <p:grpSpPr>
        <a:xfrm>
          <a:off x="0" y="0"/>
          <a:ext cx="0" cy="0"/>
          <a:chOff x="0" y="0"/>
          <a:chExt cx="0" cy="0"/>
        </a:xfrm>
      </p:grpSpPr>
      <p:sp>
        <p:nvSpPr>
          <p:cNvPr id="161" name="Google Shape;161;p23"/>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 sz="2400">
                <a:latin typeface="Oswald SemiBold"/>
                <a:ea typeface="Oswald SemiBold"/>
                <a:cs typeface="Oswald SemiBold"/>
                <a:sym typeface="Oswald SemiBold"/>
              </a:rPr>
              <a:t>Kết luận </a:t>
            </a:r>
            <a:endParaRPr sz="2400">
              <a:latin typeface="Oswald SemiBold"/>
              <a:ea typeface="Oswald SemiBold"/>
              <a:cs typeface="Oswald SemiBold"/>
              <a:sym typeface="Oswald SemiBold"/>
            </a:endParaRPr>
          </a:p>
        </p:txBody>
      </p:sp>
      <p:sp>
        <p:nvSpPr>
          <p:cNvPr id="162" name="Google Shape;162;p23"/>
          <p:cNvSpPr txBox="1"/>
          <p:nvPr>
            <p:ph idx="1" type="body"/>
          </p:nvPr>
        </p:nvSpPr>
        <p:spPr>
          <a:xfrm>
            <a:off x="311700" y="1152475"/>
            <a:ext cx="8520600" cy="3416400"/>
          </a:xfrm>
          <a:prstGeom prst="rect">
            <a:avLst/>
          </a:prstGeom>
        </p:spPr>
        <p:txBody>
          <a:bodyPr anchorCtr="0" anchor="t" bIns="91425" lIns="91425" spcFirstLastPara="1" rIns="91425" wrap="square" tIns="91425">
            <a:noAutofit/>
          </a:bodyPr>
          <a:lstStyle/>
          <a:p>
            <a:pPr indent="-317500" lvl="0" marL="457200" rtl="0" algn="l">
              <a:spcBef>
                <a:spcPts val="1000"/>
              </a:spcBef>
              <a:spcAft>
                <a:spcPts val="0"/>
              </a:spcAft>
              <a:buClr>
                <a:srgbClr val="CCCCCC"/>
              </a:buClr>
              <a:buSzPts val="1400"/>
              <a:buFont typeface="Oswald"/>
              <a:buChar char="●"/>
            </a:pPr>
            <a:r>
              <a:rPr b="1" lang="vi" sz="1400">
                <a:solidFill>
                  <a:srgbClr val="CCCCCC"/>
                </a:solidFill>
                <a:latin typeface="Oswald"/>
                <a:ea typeface="Oswald"/>
                <a:cs typeface="Oswald"/>
                <a:sym typeface="Oswald"/>
              </a:rPr>
              <a:t>Kết luận chính:</a:t>
            </a:r>
            <a:endParaRPr b="1" sz="1400">
              <a:solidFill>
                <a:srgbClr val="CCCCCC"/>
              </a:solidFill>
              <a:latin typeface="Oswald"/>
              <a:ea typeface="Oswald"/>
              <a:cs typeface="Oswald"/>
              <a:sym typeface="Oswald"/>
            </a:endParaRPr>
          </a:p>
          <a:p>
            <a:pPr indent="-304800" lvl="1" marL="914400" rtl="0" algn="l">
              <a:spcBef>
                <a:spcPts val="0"/>
              </a:spcBef>
              <a:spcAft>
                <a:spcPts val="0"/>
              </a:spcAft>
              <a:buClr>
                <a:srgbClr val="CCCCCC"/>
              </a:buClr>
              <a:buSzPts val="1200"/>
              <a:buFont typeface="Oswald"/>
              <a:buChar char="○"/>
            </a:pPr>
            <a:r>
              <a:rPr lang="vi" sz="1200">
                <a:solidFill>
                  <a:srgbClr val="CCCCCC"/>
                </a:solidFill>
                <a:latin typeface="Oswald"/>
                <a:ea typeface="Oswald"/>
                <a:cs typeface="Oswald"/>
                <a:sym typeface="Oswald"/>
              </a:rPr>
              <a:t>Hành vi tương tác (thời gian, số trang, tần suất đăng nhập) và các dấu hiệu không hài lòng (cuộc gọi hỗ trợ, bỏ giỏ hàng) là những yếu tố dự báo churn mạnh mẽ nhất.</a:t>
            </a:r>
            <a:endParaRPr sz="1200">
              <a:solidFill>
                <a:srgbClr val="CCCCCC"/>
              </a:solidFill>
              <a:latin typeface="Oswald"/>
              <a:ea typeface="Oswald"/>
              <a:cs typeface="Oswald"/>
              <a:sym typeface="Oswald"/>
            </a:endParaRPr>
          </a:p>
          <a:p>
            <a:pPr indent="0" lvl="0" marL="914400" rtl="0" algn="l">
              <a:spcBef>
                <a:spcPts val="1000"/>
              </a:spcBef>
              <a:spcAft>
                <a:spcPts val="0"/>
              </a:spcAft>
              <a:buNone/>
            </a:pPr>
            <a:r>
              <a:t/>
            </a:r>
            <a:endParaRPr sz="1200">
              <a:solidFill>
                <a:srgbClr val="CCCCCC"/>
              </a:solidFill>
              <a:latin typeface="Oswald"/>
              <a:ea typeface="Oswald"/>
              <a:cs typeface="Oswald"/>
              <a:sym typeface="Oswald"/>
            </a:endParaRPr>
          </a:p>
          <a:p>
            <a:pPr indent="-311150" lvl="0" marL="457200" rtl="0" algn="l">
              <a:spcBef>
                <a:spcPts val="1000"/>
              </a:spcBef>
              <a:spcAft>
                <a:spcPts val="0"/>
              </a:spcAft>
              <a:buClr>
                <a:srgbClr val="CCCCCC"/>
              </a:buClr>
              <a:buSzPts val="1300"/>
              <a:buFont typeface="Oswald"/>
              <a:buChar char="●"/>
            </a:pPr>
            <a:r>
              <a:rPr b="1" lang="vi" sz="1300">
                <a:solidFill>
                  <a:srgbClr val="CCCCCC"/>
                </a:solidFill>
                <a:latin typeface="Oswald"/>
                <a:ea typeface="Oswald"/>
                <a:cs typeface="Oswald"/>
                <a:sym typeface="Oswald"/>
              </a:rPr>
              <a:t>Đề xuất:</a:t>
            </a:r>
            <a:endParaRPr sz="1300">
              <a:solidFill>
                <a:srgbClr val="CCCCCC"/>
              </a:solidFill>
              <a:latin typeface="Oswald"/>
              <a:ea typeface="Oswald"/>
              <a:cs typeface="Oswald"/>
              <a:sym typeface="Oswald"/>
            </a:endParaRPr>
          </a:p>
          <a:p>
            <a:pPr indent="-304800" lvl="1" marL="914400" rtl="0" algn="l">
              <a:spcBef>
                <a:spcPts val="0"/>
              </a:spcBef>
              <a:spcAft>
                <a:spcPts val="0"/>
              </a:spcAft>
              <a:buClr>
                <a:srgbClr val="CCCCCC"/>
              </a:buClr>
              <a:buSzPts val="1200"/>
              <a:buFont typeface="Oswald"/>
              <a:buChar char="○"/>
            </a:pPr>
            <a:r>
              <a:rPr b="1" lang="vi" sz="1200">
                <a:solidFill>
                  <a:srgbClr val="CCCCCC"/>
                </a:solidFill>
                <a:latin typeface="Oswald"/>
                <a:ea typeface="Oswald"/>
                <a:cs typeface="Oswald"/>
                <a:sym typeface="Oswald"/>
              </a:rPr>
              <a:t>Triển khai chiến dịch giữ chân khách hàng mục tiêu:</a:t>
            </a:r>
            <a:endParaRPr b="1" sz="1200">
              <a:solidFill>
                <a:srgbClr val="CCCCCC"/>
              </a:solidFill>
              <a:latin typeface="Oswald"/>
              <a:ea typeface="Oswald"/>
              <a:cs typeface="Oswald"/>
              <a:sym typeface="Oswald"/>
            </a:endParaRPr>
          </a:p>
          <a:p>
            <a:pPr indent="-304800" lvl="2" marL="1371600" rtl="0" algn="l">
              <a:spcBef>
                <a:spcPts val="0"/>
              </a:spcBef>
              <a:spcAft>
                <a:spcPts val="0"/>
              </a:spcAft>
              <a:buClr>
                <a:srgbClr val="CCCCCC"/>
              </a:buClr>
              <a:buSzPts val="1200"/>
              <a:buFont typeface="Arial"/>
              <a:buChar char="■"/>
            </a:pPr>
            <a:r>
              <a:rPr b="1" lang="vi" sz="1200">
                <a:solidFill>
                  <a:srgbClr val="CCCCCC"/>
                </a:solidFill>
                <a:latin typeface="Oswald"/>
                <a:ea typeface="Oswald"/>
                <a:cs typeface="Oswald"/>
                <a:sym typeface="Oswald"/>
              </a:rPr>
              <a:t>Phân khúc rủi ro cao:</a:t>
            </a:r>
            <a:r>
              <a:rPr lang="vi" sz="1200">
                <a:solidFill>
                  <a:srgbClr val="CCCCCC"/>
                </a:solidFill>
                <a:latin typeface="Oswald"/>
                <a:ea typeface="Oswald"/>
                <a:cs typeface="Oswald"/>
                <a:sym typeface="Oswald"/>
              </a:rPr>
              <a:t> Gửi ưu đãi, voucher cho nhóm khách hàng có số </a:t>
            </a:r>
            <a:r>
              <a:rPr lang="vi" sz="1200">
                <a:solidFill>
                  <a:srgbClr val="D0D0D0"/>
                </a:solidFill>
                <a:highlight>
                  <a:srgbClr val="3C3C3C"/>
                </a:highlight>
                <a:latin typeface="Oswald"/>
                <a:ea typeface="Oswald"/>
                <a:cs typeface="Oswald"/>
                <a:sym typeface="Oswald"/>
              </a:rPr>
              <a:t>Customer_Service_Calls</a:t>
            </a:r>
            <a:r>
              <a:rPr lang="vi" sz="1200">
                <a:solidFill>
                  <a:srgbClr val="CCCCCC"/>
                </a:solidFill>
                <a:latin typeface="Oswald"/>
                <a:ea typeface="Oswald"/>
                <a:cs typeface="Oswald"/>
                <a:sym typeface="Oswald"/>
              </a:rPr>
              <a:t> cao hoặc </a:t>
            </a:r>
            <a:r>
              <a:rPr lang="vi" sz="1200">
                <a:solidFill>
                  <a:srgbClr val="D0D0D0"/>
                </a:solidFill>
                <a:highlight>
                  <a:srgbClr val="3C3C3C"/>
                </a:highlight>
                <a:latin typeface="Oswald"/>
                <a:ea typeface="Oswald"/>
                <a:cs typeface="Oswald"/>
                <a:sym typeface="Oswald"/>
              </a:rPr>
              <a:t>Days_Since_Last_Purchase</a:t>
            </a:r>
            <a:r>
              <a:rPr lang="vi" sz="1200">
                <a:solidFill>
                  <a:srgbClr val="CCCCCC"/>
                </a:solidFill>
                <a:latin typeface="Oswald"/>
                <a:ea typeface="Oswald"/>
                <a:cs typeface="Oswald"/>
                <a:sym typeface="Oswald"/>
              </a:rPr>
              <a:t> lớn.</a:t>
            </a:r>
            <a:endParaRPr sz="1200">
              <a:solidFill>
                <a:srgbClr val="CCCCCC"/>
              </a:solidFill>
              <a:latin typeface="Oswald"/>
              <a:ea typeface="Oswald"/>
              <a:cs typeface="Oswald"/>
              <a:sym typeface="Oswald"/>
            </a:endParaRPr>
          </a:p>
          <a:p>
            <a:pPr indent="-304800" lvl="2" marL="1371600" rtl="0" algn="l">
              <a:spcBef>
                <a:spcPts val="0"/>
              </a:spcBef>
              <a:spcAft>
                <a:spcPts val="0"/>
              </a:spcAft>
              <a:buClr>
                <a:srgbClr val="CCCCCC"/>
              </a:buClr>
              <a:buSzPts val="1200"/>
              <a:buFont typeface="Arial"/>
              <a:buChar char="■"/>
            </a:pPr>
            <a:r>
              <a:rPr b="1" lang="vi" sz="1200">
                <a:solidFill>
                  <a:srgbClr val="CCCCCC"/>
                </a:solidFill>
                <a:latin typeface="Oswald"/>
                <a:ea typeface="Oswald"/>
                <a:cs typeface="Oswald"/>
                <a:sym typeface="Oswald"/>
              </a:rPr>
              <a:t>Tăng tương tác:</a:t>
            </a:r>
            <a:r>
              <a:rPr lang="vi" sz="1200">
                <a:solidFill>
                  <a:srgbClr val="CCCCCC"/>
                </a:solidFill>
                <a:latin typeface="Oswald"/>
                <a:ea typeface="Oswald"/>
                <a:cs typeface="Oswald"/>
                <a:sym typeface="Oswald"/>
              </a:rPr>
              <a:t> Tạo các chiến dịch email/thông báo đẩy (push notification) cá nhân hóa để khuyến khích khách hàng đăng nhập và sử dụng app thường xuyên hơn.</a:t>
            </a:r>
            <a:endParaRPr sz="1200">
              <a:solidFill>
                <a:srgbClr val="CCCCCC"/>
              </a:solidFill>
              <a:latin typeface="Oswald"/>
              <a:ea typeface="Oswald"/>
              <a:cs typeface="Oswald"/>
              <a:sym typeface="Oswald"/>
            </a:endParaRPr>
          </a:p>
          <a:p>
            <a:pPr indent="-304800" lvl="1" marL="914400" rtl="0" algn="l">
              <a:spcBef>
                <a:spcPts val="0"/>
              </a:spcBef>
              <a:spcAft>
                <a:spcPts val="0"/>
              </a:spcAft>
              <a:buClr>
                <a:srgbClr val="CCCCCC"/>
              </a:buClr>
              <a:buSzPts val="1200"/>
              <a:buFont typeface="Arial"/>
              <a:buChar char="○"/>
            </a:pPr>
            <a:r>
              <a:rPr b="1" lang="vi" sz="1200">
                <a:solidFill>
                  <a:srgbClr val="CCCCCC"/>
                </a:solidFill>
                <a:latin typeface="Oswald"/>
                <a:ea typeface="Oswald"/>
                <a:cs typeface="Oswald"/>
                <a:sym typeface="Oswald"/>
              </a:rPr>
              <a:t>Theo dõi các chỉ số "cảnh báo sớm":</a:t>
            </a:r>
            <a:r>
              <a:rPr lang="vi" sz="1200">
                <a:solidFill>
                  <a:srgbClr val="CCCCCC"/>
                </a:solidFill>
                <a:latin typeface="Oswald"/>
                <a:ea typeface="Oswald"/>
                <a:cs typeface="Oswald"/>
                <a:sym typeface="Oswald"/>
              </a:rPr>
              <a:t> Xây dựng một dashboard theo dõi các chỉ số quan trọng (tỷ lệ bỏ giỏ hàng, số cuộc gọi hỗ trợ).</a:t>
            </a:r>
            <a:endParaRPr sz="1200">
              <a:solidFill>
                <a:srgbClr val="CCCCCC"/>
              </a:solidFill>
              <a:latin typeface="Oswald"/>
              <a:ea typeface="Oswald"/>
              <a:cs typeface="Oswald"/>
              <a:sym typeface="Oswald"/>
            </a:endParaRPr>
          </a:p>
          <a:p>
            <a:pPr indent="0" lvl="0" marL="0" rtl="0" algn="l">
              <a:spcBef>
                <a:spcPts val="1000"/>
              </a:spcBef>
              <a:spcAft>
                <a:spcPts val="1600"/>
              </a:spcAft>
              <a:buNone/>
            </a:pPr>
            <a:r>
              <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6" name="Shape 166"/>
        <p:cNvGrpSpPr/>
        <p:nvPr/>
      </p:nvGrpSpPr>
      <p:grpSpPr>
        <a:xfrm>
          <a:off x="0" y="0"/>
          <a:ext cx="0" cy="0"/>
          <a:chOff x="0" y="0"/>
          <a:chExt cx="0" cy="0"/>
        </a:xfrm>
      </p:grpSpPr>
      <p:sp>
        <p:nvSpPr>
          <p:cNvPr id="167" name="Google Shape;167;p24"/>
          <p:cNvSpPr/>
          <p:nvPr/>
        </p:nvSpPr>
        <p:spPr>
          <a:xfrm>
            <a:off x="0" y="0"/>
            <a:ext cx="9161100" cy="24846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24"/>
          <p:cNvSpPr txBox="1"/>
          <p:nvPr>
            <p:ph idx="4294967295" type="title"/>
          </p:nvPr>
        </p:nvSpPr>
        <p:spPr>
          <a:xfrm>
            <a:off x="241700" y="875550"/>
            <a:ext cx="8520600" cy="7335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b="1" lang="vi">
                <a:solidFill>
                  <a:schemeClr val="lt1"/>
                </a:solidFill>
              </a:rPr>
              <a:t>Thank you for watching</a:t>
            </a:r>
            <a:endParaRPr b="1">
              <a:solidFill>
                <a:schemeClr val="lt1"/>
              </a:solidFill>
            </a:endParaRPr>
          </a:p>
        </p:txBody>
      </p:sp>
      <p:sp>
        <p:nvSpPr>
          <p:cNvPr id="169" name="Google Shape;169;p24"/>
          <p:cNvSpPr txBox="1"/>
          <p:nvPr>
            <p:ph idx="4294967295" type="title"/>
          </p:nvPr>
        </p:nvSpPr>
        <p:spPr>
          <a:xfrm>
            <a:off x="320250" y="3313950"/>
            <a:ext cx="8520600" cy="7335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b="1" lang="vi" sz="4800"/>
              <a:t>Q&amp;A</a:t>
            </a:r>
            <a:endParaRPr b="1" sz="4800"/>
          </a:p>
        </p:txBody>
      </p:sp>
    </p:spTree>
  </p:cSld>
  <p:clrMapOvr>
    <a:masterClrMapping/>
  </p:clrMapOvr>
</p:sld>
</file>

<file path=ppt/theme/theme1.xml><?xml version="1.0" encoding="utf-8"?>
<a:theme xmlns:a="http://schemas.openxmlformats.org/drawingml/2006/main" xmlns:r="http://schemas.openxmlformats.org/officeDocument/2006/relationships" name="Slate">
  <a:themeElements>
    <a:clrScheme name="Slate">
      <a:dk1>
        <a:srgbClr val="FFFFFF"/>
      </a:dk1>
      <a:lt1>
        <a:srgbClr val="37474F"/>
      </a:lt1>
      <a:dk2>
        <a:srgbClr val="9E9E9E"/>
      </a:dk2>
      <a:lt2>
        <a:srgbClr val="E0E0E0"/>
      </a:lt2>
      <a:accent1>
        <a:srgbClr val="616161"/>
      </a:accent1>
      <a:accent2>
        <a:srgbClr val="78909C"/>
      </a:accent2>
      <a:accent3>
        <a:srgbClr val="CACACA"/>
      </a:accent3>
      <a:accent4>
        <a:srgbClr val="64FFDA"/>
      </a:accent4>
      <a:accent5>
        <a:srgbClr val="FFD966"/>
      </a:accent5>
      <a:accent6>
        <a:srgbClr val="F5F5F5"/>
      </a:accent6>
      <a:hlink>
        <a:srgbClr val="FFD966"/>
      </a:hlink>
      <a:folHlink>
        <a:srgbClr val="FFD966"/>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